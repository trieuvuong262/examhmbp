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4"/>
    <p:sldMasterId id="2147483677" r:id="rId5"/>
  </p:sldMasterIdLst>
  <p:notesMasterIdLst>
    <p:notesMasterId r:id="rId23"/>
  </p:notesMasterIdLst>
  <p:handoutMasterIdLst>
    <p:handoutMasterId r:id="rId24"/>
  </p:handoutMasterIdLst>
  <p:sldIdLst>
    <p:sldId id="354" r:id="rId6"/>
    <p:sldId id="258" r:id="rId7"/>
    <p:sldId id="362" r:id="rId8"/>
    <p:sldId id="365" r:id="rId9"/>
    <p:sldId id="480" r:id="rId10"/>
    <p:sldId id="481" r:id="rId11"/>
    <p:sldId id="482" r:id="rId12"/>
    <p:sldId id="483" r:id="rId13"/>
    <p:sldId id="484" r:id="rId14"/>
    <p:sldId id="487" r:id="rId15"/>
    <p:sldId id="488" r:id="rId16"/>
    <p:sldId id="489" r:id="rId17"/>
    <p:sldId id="490" r:id="rId18"/>
    <p:sldId id="491" r:id="rId19"/>
    <p:sldId id="493" r:id="rId20"/>
    <p:sldId id="492" r:id="rId21"/>
    <p:sldId id="278" r:id="rId22"/>
  </p:sldIdLst>
  <p:sldSz cx="10693400" cy="756126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481" userDrawn="1">
          <p15:clr>
            <a:srgbClr val="A4A3A4"/>
          </p15:clr>
        </p15:guide>
        <p15:guide id="4" pos="3255" userDrawn="1">
          <p15:clr>
            <a:srgbClr val="A4A3A4"/>
          </p15:clr>
        </p15:guide>
        <p15:guide id="6" orient="horz" pos="499"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BC1A3"/>
    <a:srgbClr val="E8E8E8"/>
    <a:srgbClr val="0090A1"/>
    <a:srgbClr val="4D4D4D"/>
    <a:srgbClr val="E5F4F6"/>
    <a:srgbClr val="4CB1BE"/>
    <a:srgbClr val="7D7F7C"/>
    <a:srgbClr val="404040"/>
    <a:srgbClr val="7F807B"/>
    <a:srgbClr val="F8F8F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418" autoAdjust="0"/>
    <p:restoredTop sz="96327" autoAdjust="0"/>
  </p:normalViewPr>
  <p:slideViewPr>
    <p:cSldViewPr snapToGrid="0">
      <p:cViewPr varScale="1">
        <p:scale>
          <a:sx n="100" d="100"/>
          <a:sy n="100" d="100"/>
        </p:scale>
        <p:origin x="1608" y="84"/>
      </p:cViewPr>
      <p:guideLst>
        <p:guide pos="3481"/>
        <p:guide pos="3255"/>
        <p:guide orient="horz" pos="499"/>
      </p:guideLst>
    </p:cSldViewPr>
  </p:slideViewPr>
  <p:notesTextViewPr>
    <p:cViewPr>
      <p:scale>
        <a:sx n="3" d="2"/>
        <a:sy n="3" d="2"/>
      </p:scale>
      <p:origin x="0" y="0"/>
    </p:cViewPr>
  </p:notesTextViewPr>
  <p:sorterViewPr>
    <p:cViewPr>
      <p:scale>
        <a:sx n="100" d="100"/>
        <a:sy n="100" d="100"/>
      </p:scale>
      <p:origin x="0" y="-4518"/>
    </p:cViewPr>
  </p:sorterViewPr>
  <p:notesViewPr>
    <p:cSldViewPr snapToGrid="0" showGuides="1">
      <p:cViewPr varScale="1">
        <p:scale>
          <a:sx n="77" d="100"/>
          <a:sy n="77" d="100"/>
        </p:scale>
        <p:origin x="3161" y="65"/>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handoutMaster" Target="handoutMasters/handoutMaster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CD993D8-76AD-41A0-8B58-1130F923E7B8}" type="datetimeFigureOut">
              <a:rPr lang="en-SG" smtClean="0"/>
              <a:t>11/2/2026</a:t>
            </a:fld>
            <a:endParaRPr lang="en-SG"/>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492349C-11A1-4A82-842A-BA135E4090D1}" type="slidenum">
              <a:rPr lang="en-SG" smtClean="0"/>
              <a:t>‹#›</a:t>
            </a:fld>
            <a:endParaRPr lang="en-SG"/>
          </a:p>
        </p:txBody>
      </p:sp>
    </p:spTree>
    <p:extLst>
      <p:ext uri="{BB962C8B-B14F-4D97-AF65-F5344CB8AC3E}">
        <p14:creationId xmlns:p14="http://schemas.microsoft.com/office/powerpoint/2010/main" val="4248605748"/>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634E994-E447-4DD1-AB1C-B09E9E6B1E80}" type="datetimeFigureOut">
              <a:rPr lang="en-US" smtClean="0"/>
              <a:t>2/11/2026</a:t>
            </a:fld>
            <a:endParaRPr lang="en-US" dirty="0"/>
          </a:p>
        </p:txBody>
      </p:sp>
      <p:sp>
        <p:nvSpPr>
          <p:cNvPr id="4" name="Slide Image Placeholder 3"/>
          <p:cNvSpPr>
            <a:spLocks noGrp="1" noRot="1" noChangeAspect="1"/>
          </p:cNvSpPr>
          <p:nvPr>
            <p:ph type="sldImg" idx="2"/>
          </p:nvPr>
        </p:nvSpPr>
        <p:spPr>
          <a:xfrm>
            <a:off x="1246188" y="1143000"/>
            <a:ext cx="4365625"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D7F6300-1CEE-4A35-88B9-7DA533A03ADE}" type="slidenum">
              <a:rPr lang="en-US" smtClean="0"/>
              <a:t>‹#›</a:t>
            </a:fld>
            <a:endParaRPr lang="en-US" dirty="0"/>
          </a:p>
        </p:txBody>
      </p:sp>
    </p:spTree>
    <p:extLst>
      <p:ext uri="{BB962C8B-B14F-4D97-AF65-F5344CB8AC3E}">
        <p14:creationId xmlns:p14="http://schemas.microsoft.com/office/powerpoint/2010/main" val="3509196560"/>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8" name="Picture 7" descr="Text&#10;&#10;Description automatically generated">
            <a:extLst>
              <a:ext uri="{FF2B5EF4-FFF2-40B4-BE49-F238E27FC236}">
                <a16:creationId xmlns:a16="http://schemas.microsoft.com/office/drawing/2014/main" id="{90B24572-B30A-4D43-BC7D-D3EBCF1A623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85603" y="1763515"/>
            <a:ext cx="5901439" cy="3590855"/>
          </a:xfrm>
          <a:prstGeom prst="rect">
            <a:avLst/>
          </a:prstGeom>
        </p:spPr>
      </p:pic>
      <p:pic>
        <p:nvPicPr>
          <p:cNvPr id="9" name="Picture 8" descr="Icon&#10;&#10;Description automatically generated">
            <a:extLst>
              <a:ext uri="{FF2B5EF4-FFF2-40B4-BE49-F238E27FC236}">
                <a16:creationId xmlns:a16="http://schemas.microsoft.com/office/drawing/2014/main" id="{C2D14F6A-2F3C-400B-9A5A-E4B9E66241F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18900000">
            <a:off x="4607003" y="-1374468"/>
            <a:ext cx="10310198" cy="10310198"/>
          </a:xfrm>
          <a:prstGeom prst="rect">
            <a:avLst/>
          </a:prstGeom>
        </p:spPr>
      </p:pic>
      <p:pic>
        <p:nvPicPr>
          <p:cNvPr id="11" name="Picture 10" descr="Logo&#10;&#10;Description automatically generated">
            <a:extLst>
              <a:ext uri="{FF2B5EF4-FFF2-40B4-BE49-F238E27FC236}">
                <a16:creationId xmlns:a16="http://schemas.microsoft.com/office/drawing/2014/main" id="{C303DF5E-8C25-46D7-94EB-0E5009B7E734}"/>
              </a:ext>
            </a:extLst>
          </p:cNvPr>
          <p:cNvPicPr>
            <a:picLocks noChangeAspect="1"/>
          </p:cNvPicPr>
          <p:nvPr userDrawn="1"/>
        </p:nvPicPr>
        <p:blipFill>
          <a:blip r:embed="rId4" cstate="hqprint">
            <a:extLst>
              <a:ext uri="{28A0092B-C50C-407E-A947-70E740481C1C}">
                <a14:useLocalDpi xmlns:a14="http://schemas.microsoft.com/office/drawing/2010/main" val="0"/>
              </a:ext>
            </a:extLst>
          </a:blip>
          <a:stretch>
            <a:fillRect/>
          </a:stretch>
        </p:blipFill>
        <p:spPr>
          <a:xfrm>
            <a:off x="485603" y="406969"/>
            <a:ext cx="933999" cy="805908"/>
          </a:xfrm>
          <a:prstGeom prst="rect">
            <a:avLst/>
          </a:prstGeom>
        </p:spPr>
      </p:pic>
    </p:spTree>
    <p:extLst>
      <p:ext uri="{BB962C8B-B14F-4D97-AF65-F5344CB8AC3E}">
        <p14:creationId xmlns:p14="http://schemas.microsoft.com/office/powerpoint/2010/main" val="31030069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2109982-7063-41E9-B90C-B6B2D147DA1A}"/>
              </a:ext>
            </a:extLst>
          </p:cNvPr>
          <p:cNvSpPr/>
          <p:nvPr userDrawn="1"/>
        </p:nvSpPr>
        <p:spPr>
          <a:xfrm>
            <a:off x="6587412" y="0"/>
            <a:ext cx="4105988" cy="75612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0" dirty="0">
              <a:latin typeface="Segoe UI Light" panose="020B0502040204020203" pitchFamily="34" charset="0"/>
            </a:endParaRPr>
          </a:p>
        </p:txBody>
      </p:sp>
      <p:sp>
        <p:nvSpPr>
          <p:cNvPr id="8" name="Title 1">
            <a:extLst>
              <a:ext uri="{FF2B5EF4-FFF2-40B4-BE49-F238E27FC236}">
                <a16:creationId xmlns:a16="http://schemas.microsoft.com/office/drawing/2014/main" id="{077DEA5C-C227-4F01-A37D-2B68A4440FB1}"/>
              </a:ext>
            </a:extLst>
          </p:cNvPr>
          <p:cNvSpPr>
            <a:spLocks noGrp="1"/>
          </p:cNvSpPr>
          <p:nvPr>
            <p:ph type="title" hasCustomPrompt="1"/>
          </p:nvPr>
        </p:nvSpPr>
        <p:spPr>
          <a:xfrm>
            <a:off x="485603" y="2093831"/>
            <a:ext cx="5299379" cy="1401855"/>
          </a:xfrm>
        </p:spPr>
        <p:txBody>
          <a:bodyPr anchor="b">
            <a:normAutofit/>
          </a:bodyPr>
          <a:lstStyle>
            <a:lvl1pPr>
              <a:defRPr sz="4000">
                <a:solidFill>
                  <a:schemeClr val="accent3"/>
                </a:solidFill>
                <a:latin typeface="+mj-lt"/>
              </a:defRPr>
            </a:lvl1pPr>
          </a:lstStyle>
          <a:p>
            <a:r>
              <a:rPr lang="en-US" dirty="0"/>
              <a:t>Presentation Title</a:t>
            </a:r>
            <a:endParaRPr lang="en-AU" dirty="0"/>
          </a:p>
        </p:txBody>
      </p:sp>
      <p:sp>
        <p:nvSpPr>
          <p:cNvPr id="9" name="Text Placeholder 2">
            <a:extLst>
              <a:ext uri="{FF2B5EF4-FFF2-40B4-BE49-F238E27FC236}">
                <a16:creationId xmlns:a16="http://schemas.microsoft.com/office/drawing/2014/main" id="{560E1B15-68E4-43E0-B119-7DDCD68B580B}"/>
              </a:ext>
            </a:extLst>
          </p:cNvPr>
          <p:cNvSpPr>
            <a:spLocks noGrp="1"/>
          </p:cNvSpPr>
          <p:nvPr>
            <p:ph type="body" idx="1" hasCustomPrompt="1"/>
          </p:nvPr>
        </p:nvSpPr>
        <p:spPr>
          <a:xfrm>
            <a:off x="485603" y="3522675"/>
            <a:ext cx="4861099" cy="758825"/>
          </a:xfrm>
        </p:spPr>
        <p:txBody>
          <a:bodyPr>
            <a:normAutofit/>
          </a:bodyPr>
          <a:lstStyle>
            <a:lvl1pPr marL="0" indent="0">
              <a:buNone/>
              <a:defRPr sz="1800">
                <a:solidFill>
                  <a:schemeClr val="tx1"/>
                </a:solidFill>
                <a:latin typeface="Segoe UI Light" panose="020B0502040204020203" pitchFamily="34" charset="0"/>
                <a:cs typeface="Segoe UI Light" panose="020B050204020402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Insert Subheading Here</a:t>
            </a:r>
          </a:p>
        </p:txBody>
      </p:sp>
      <p:pic>
        <p:nvPicPr>
          <p:cNvPr id="11" name="Picture 10" descr="Logo&#10;&#10;Description automatically generated">
            <a:extLst>
              <a:ext uri="{FF2B5EF4-FFF2-40B4-BE49-F238E27FC236}">
                <a16:creationId xmlns:a16="http://schemas.microsoft.com/office/drawing/2014/main" id="{5E797909-0379-4C63-A08D-8183043CA4E5}"/>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485603" y="406969"/>
            <a:ext cx="933999" cy="805908"/>
          </a:xfrm>
          <a:prstGeom prst="rect">
            <a:avLst/>
          </a:prstGeom>
        </p:spPr>
      </p:pic>
      <p:sp>
        <p:nvSpPr>
          <p:cNvPr id="6" name="Content Placeholder 2">
            <a:extLst>
              <a:ext uri="{FF2B5EF4-FFF2-40B4-BE49-F238E27FC236}">
                <a16:creationId xmlns:a16="http://schemas.microsoft.com/office/drawing/2014/main" id="{FC53DC7B-4967-4316-AE17-F777568230EF}"/>
              </a:ext>
            </a:extLst>
          </p:cNvPr>
          <p:cNvSpPr>
            <a:spLocks noGrp="1"/>
          </p:cNvSpPr>
          <p:nvPr>
            <p:ph sz="half" idx="13" hasCustomPrompt="1"/>
          </p:nvPr>
        </p:nvSpPr>
        <p:spPr>
          <a:xfrm>
            <a:off x="6587412" y="0"/>
            <a:ext cx="4105988" cy="7561263"/>
          </a:xfrm>
        </p:spPr>
        <p:txBody>
          <a:bodyPr>
            <a:normAutofit/>
          </a:bodyPr>
          <a:lstStyle>
            <a:lvl1pPr marL="0" indent="0">
              <a:buNone/>
              <a:defRPr sz="1400">
                <a:solidFill>
                  <a:srgbClr val="4D4D4D"/>
                </a:solidFill>
                <a:latin typeface="Segoe UI Light" panose="020B0502040204020203" pitchFamily="34" charset="0"/>
                <a:cs typeface="Segoe UI Light" panose="020B0502040204020203" pitchFamily="34" charset="0"/>
              </a:defRPr>
            </a:lvl1pPr>
          </a:lstStyle>
          <a:p>
            <a:pPr lvl="0"/>
            <a:r>
              <a:rPr lang="en-US" sz="1800" dirty="0">
                <a:latin typeface="+mn-lt"/>
              </a:rPr>
              <a:t>Insert Picture Here</a:t>
            </a:r>
            <a:endParaRPr lang="en-US" sz="7200" dirty="0">
              <a:latin typeface="+mj-lt"/>
            </a:endParaRPr>
          </a:p>
        </p:txBody>
      </p:sp>
    </p:spTree>
    <p:extLst>
      <p:ext uri="{BB962C8B-B14F-4D97-AF65-F5344CB8AC3E}">
        <p14:creationId xmlns:p14="http://schemas.microsoft.com/office/powerpoint/2010/main" val="847465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wo Content">
    <p:bg>
      <p:bgPr>
        <a:solidFill>
          <a:schemeClr val="accent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86839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chemeClr val="accent1"/>
        </a:solidFill>
        <a:effectLst/>
      </p:bgPr>
    </p:bg>
    <p:spTree>
      <p:nvGrpSpPr>
        <p:cNvPr id="1" name=""/>
        <p:cNvGrpSpPr/>
        <p:nvPr/>
      </p:nvGrpSpPr>
      <p:grpSpPr>
        <a:xfrm>
          <a:off x="0" y="0"/>
          <a:ext cx="0" cy="0"/>
          <a:chOff x="0" y="0"/>
          <a:chExt cx="0" cy="0"/>
        </a:xfrm>
      </p:grpSpPr>
      <p:sp>
        <p:nvSpPr>
          <p:cNvPr id="7" name="Title 3">
            <a:extLst>
              <a:ext uri="{FF2B5EF4-FFF2-40B4-BE49-F238E27FC236}">
                <a16:creationId xmlns:a16="http://schemas.microsoft.com/office/drawing/2014/main" id="{5499258D-E1A9-4B75-A45D-6B9DE8BB228A}"/>
              </a:ext>
            </a:extLst>
          </p:cNvPr>
          <p:cNvSpPr>
            <a:spLocks noGrp="1"/>
          </p:cNvSpPr>
          <p:nvPr>
            <p:ph type="title" hasCustomPrompt="1"/>
          </p:nvPr>
        </p:nvSpPr>
        <p:spPr>
          <a:xfrm>
            <a:off x="1782749" y="2916915"/>
            <a:ext cx="7127902" cy="1727432"/>
          </a:xfrm>
        </p:spPr>
        <p:txBody>
          <a:bodyPr>
            <a:noAutofit/>
          </a:bodyPr>
          <a:lstStyle>
            <a:lvl1pPr algn="ctr">
              <a:lnSpc>
                <a:spcPct val="100000"/>
              </a:lnSpc>
              <a:defRPr sz="3600">
                <a:solidFill>
                  <a:schemeClr val="bg1"/>
                </a:solidFill>
                <a:latin typeface="Lexend Medium" pitchFamily="2" charset="0"/>
              </a:defRPr>
            </a:lvl1pPr>
          </a:lstStyle>
          <a:p>
            <a:r>
              <a:rPr lang="en-US" dirty="0"/>
              <a:t>1.</a:t>
            </a:r>
            <a:br>
              <a:rPr lang="en-US" dirty="0"/>
            </a:br>
            <a:r>
              <a:rPr lang="en-US" dirty="0"/>
              <a:t>Section Title</a:t>
            </a:r>
            <a:endParaRPr lang="en-AU" dirty="0"/>
          </a:p>
        </p:txBody>
      </p:sp>
    </p:spTree>
    <p:extLst>
      <p:ext uri="{BB962C8B-B14F-4D97-AF65-F5344CB8AC3E}">
        <p14:creationId xmlns:p14="http://schemas.microsoft.com/office/powerpoint/2010/main" val="8534910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USE THIS_Content Slide">
    <p:bg>
      <p:bgPr>
        <a:solidFill>
          <a:schemeClr val="bg1"/>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7496047F-01A5-4193-AB50-84F18A169726}"/>
              </a:ext>
            </a:extLst>
          </p:cNvPr>
          <p:cNvSpPr>
            <a:spLocks noGrp="1"/>
          </p:cNvSpPr>
          <p:nvPr>
            <p:ph type="title" hasCustomPrompt="1"/>
          </p:nvPr>
        </p:nvSpPr>
        <p:spPr>
          <a:xfrm>
            <a:off x="593724" y="465791"/>
            <a:ext cx="9505951" cy="415498"/>
          </a:xfrm>
        </p:spPr>
        <p:txBody>
          <a:bodyPr wrap="square" lIns="0" tIns="0" rIns="0" bIns="0" anchor="t">
            <a:spAutoFit/>
          </a:bodyPr>
          <a:lstStyle>
            <a:lvl1pPr>
              <a:defRPr sz="3000">
                <a:solidFill>
                  <a:schemeClr val="accent2"/>
                </a:solidFill>
                <a:latin typeface="Lexend Medium" pitchFamily="2" charset="0"/>
              </a:defRPr>
            </a:lvl1pPr>
          </a:lstStyle>
          <a:p>
            <a:r>
              <a:rPr lang="en-US" dirty="0"/>
              <a:t>Insert Heading Here</a:t>
            </a:r>
            <a:endParaRPr lang="en-AU" dirty="0"/>
          </a:p>
        </p:txBody>
      </p:sp>
      <p:sp>
        <p:nvSpPr>
          <p:cNvPr id="5" name="Slide Number Placeholder 3"/>
          <p:cNvSpPr>
            <a:spLocks noGrp="1"/>
          </p:cNvSpPr>
          <p:nvPr>
            <p:ph type="sldNum" sz="quarter" idx="4"/>
          </p:nvPr>
        </p:nvSpPr>
        <p:spPr>
          <a:xfrm>
            <a:off x="4143375" y="7249212"/>
            <a:ext cx="2406650" cy="161238"/>
          </a:xfrm>
          <a:prstGeom prst="rect">
            <a:avLst/>
          </a:prstGeom>
        </p:spPr>
        <p:txBody>
          <a:bodyPr vert="horz" lIns="91440" tIns="45720" rIns="91440" bIns="45720" rtlCol="0" anchor="ctr"/>
          <a:lstStyle>
            <a:lvl1pPr algn="ctr">
              <a:defRPr sz="800">
                <a:solidFill>
                  <a:schemeClr val="accent4"/>
                </a:solidFill>
                <a:latin typeface="+mj-lt"/>
              </a:defRPr>
            </a:lvl1pPr>
          </a:lstStyle>
          <a:p>
            <a:fld id="{A717E5C8-E58C-49DC-B2AF-053D35C72AEE}" type="slidenum">
              <a:rPr lang="en-SG" smtClean="0"/>
              <a:pPr/>
              <a:t>‹#›</a:t>
            </a:fld>
            <a:endParaRPr lang="en-SG" dirty="0"/>
          </a:p>
        </p:txBody>
      </p:sp>
    </p:spTree>
    <p:extLst>
      <p:ext uri="{BB962C8B-B14F-4D97-AF65-F5344CB8AC3E}">
        <p14:creationId xmlns:p14="http://schemas.microsoft.com/office/powerpoint/2010/main" val="2317788100"/>
      </p:ext>
    </p:extLst>
  </p:cSld>
  <p:clrMapOvr>
    <a:masterClrMapping/>
  </p:clrMapOvr>
  <p:extLst>
    <p:ext uri="{DCECCB84-F9BA-43D5-87BE-67443E8EF086}">
      <p15:sldGuideLst xmlns:p15="http://schemas.microsoft.com/office/powerpoint/2012/main">
        <p15:guide id="1" orient="horz" pos="486" userDrawn="1">
          <p15:clr>
            <a:srgbClr val="FBAE40"/>
          </p15:clr>
        </p15:guide>
        <p15:guide id="2" pos="374" userDrawn="1">
          <p15:clr>
            <a:srgbClr val="FBAE40"/>
          </p15:clr>
        </p15:guide>
        <p15:guide id="3" pos="6362" userDrawn="1">
          <p15:clr>
            <a:srgbClr val="FBAE40"/>
          </p15:clr>
        </p15:guide>
        <p15:guide id="4" orient="horz" pos="1066" userDrawn="1">
          <p15:clr>
            <a:srgbClr val="FBAE40"/>
          </p15:clr>
        </p15:guide>
        <p15:guide id="5" orient="horz" pos="4196" userDrawn="1">
          <p15:clr>
            <a:srgbClr val="FBAE40"/>
          </p15:clr>
        </p15:guide>
        <p15:guide id="6" orient="horz" pos="4581"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8" name="Content Placeholder 2">
            <a:extLst>
              <a:ext uri="{FF2B5EF4-FFF2-40B4-BE49-F238E27FC236}">
                <a16:creationId xmlns:a16="http://schemas.microsoft.com/office/drawing/2014/main" id="{3232C2CA-3ACF-4109-A8BF-7104F4E6EF9D}"/>
              </a:ext>
            </a:extLst>
          </p:cNvPr>
          <p:cNvSpPr>
            <a:spLocks noGrp="1"/>
          </p:cNvSpPr>
          <p:nvPr>
            <p:ph sz="half" idx="13" hasCustomPrompt="1"/>
          </p:nvPr>
        </p:nvSpPr>
        <p:spPr>
          <a:xfrm>
            <a:off x="546490" y="2104584"/>
            <a:ext cx="4594224" cy="3442999"/>
          </a:xfrm>
        </p:spPr>
        <p:txBody>
          <a:bodyPr>
            <a:normAutofit/>
          </a:bodyPr>
          <a:lstStyle>
            <a:lvl1pPr marL="0" indent="0">
              <a:buNone/>
              <a:defRPr sz="1400">
                <a:solidFill>
                  <a:srgbClr val="4D4D4D"/>
                </a:solidFill>
                <a:latin typeface="Segoe UI Light" panose="020B0502040204020203" pitchFamily="34" charset="0"/>
                <a:cs typeface="Segoe UI Light" panose="020B0502040204020203" pitchFamily="34" charset="0"/>
              </a:defRPr>
            </a:lvl1pPr>
          </a:lstStyle>
          <a:p>
            <a:pPr lvl="0"/>
            <a:r>
              <a:rPr lang="en-US" sz="1800" dirty="0">
                <a:latin typeface="+mn-lt"/>
              </a:rPr>
              <a:t>Insert Content Here</a:t>
            </a:r>
            <a:endParaRPr lang="en-US" sz="7200" dirty="0">
              <a:latin typeface="+mj-lt"/>
            </a:endParaRPr>
          </a:p>
        </p:txBody>
      </p:sp>
      <p:pic>
        <p:nvPicPr>
          <p:cNvPr id="9" name="Picture 8">
            <a:extLst>
              <a:ext uri="{FF2B5EF4-FFF2-40B4-BE49-F238E27FC236}">
                <a16:creationId xmlns:a16="http://schemas.microsoft.com/office/drawing/2014/main" id="{57619E69-C2E2-4774-AC1D-7C62F390977E}"/>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6146" r="6146"/>
          <a:stretch/>
        </p:blipFill>
        <p:spPr>
          <a:xfrm>
            <a:off x="0" y="-5194"/>
            <a:ext cx="10693400" cy="1370173"/>
          </a:xfrm>
          <a:prstGeom prst="rect">
            <a:avLst/>
          </a:prstGeom>
        </p:spPr>
      </p:pic>
      <p:sp>
        <p:nvSpPr>
          <p:cNvPr id="12" name="Content Placeholder 2">
            <a:extLst>
              <a:ext uri="{FF2B5EF4-FFF2-40B4-BE49-F238E27FC236}">
                <a16:creationId xmlns:a16="http://schemas.microsoft.com/office/drawing/2014/main" id="{3615986E-0728-4652-BE55-A2C9C780BC6D}"/>
              </a:ext>
            </a:extLst>
          </p:cNvPr>
          <p:cNvSpPr>
            <a:spLocks noGrp="1"/>
          </p:cNvSpPr>
          <p:nvPr>
            <p:ph sz="half" idx="14" hasCustomPrompt="1"/>
          </p:nvPr>
        </p:nvSpPr>
        <p:spPr>
          <a:xfrm>
            <a:off x="5598694" y="2104583"/>
            <a:ext cx="4594224" cy="3442999"/>
          </a:xfrm>
        </p:spPr>
        <p:txBody>
          <a:bodyPr>
            <a:normAutofit/>
          </a:bodyPr>
          <a:lstStyle>
            <a:lvl1pPr marL="0" indent="0">
              <a:buNone/>
              <a:defRPr sz="1400">
                <a:solidFill>
                  <a:srgbClr val="4D4D4D"/>
                </a:solidFill>
                <a:latin typeface="Segoe UI Light" panose="020B0502040204020203" pitchFamily="34" charset="0"/>
                <a:cs typeface="Segoe UI Light" panose="020B0502040204020203" pitchFamily="34" charset="0"/>
              </a:defRPr>
            </a:lvl1pPr>
          </a:lstStyle>
          <a:p>
            <a:pPr lvl="0"/>
            <a:r>
              <a:rPr lang="en-US" sz="1800" dirty="0">
                <a:latin typeface="+mn-lt"/>
              </a:rPr>
              <a:t>Insert Content Here</a:t>
            </a:r>
            <a:endParaRPr lang="en-US" sz="7200" dirty="0">
              <a:latin typeface="+mj-lt"/>
            </a:endParaRPr>
          </a:p>
        </p:txBody>
      </p:sp>
    </p:spTree>
    <p:extLst>
      <p:ext uri="{BB962C8B-B14F-4D97-AF65-F5344CB8AC3E}">
        <p14:creationId xmlns:p14="http://schemas.microsoft.com/office/powerpoint/2010/main" val="16591513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5" name="Content Placeholder 17">
            <a:extLst>
              <a:ext uri="{FF2B5EF4-FFF2-40B4-BE49-F238E27FC236}">
                <a16:creationId xmlns:a16="http://schemas.microsoft.com/office/drawing/2014/main" id="{ADC09723-1D29-4A8E-A7DF-B77694276528}"/>
              </a:ext>
            </a:extLst>
          </p:cNvPr>
          <p:cNvSpPr>
            <a:spLocks noGrp="1"/>
          </p:cNvSpPr>
          <p:nvPr>
            <p:ph sz="quarter" idx="11"/>
          </p:nvPr>
        </p:nvSpPr>
        <p:spPr>
          <a:xfrm>
            <a:off x="498022" y="1466722"/>
            <a:ext cx="9727157" cy="5471232"/>
          </a:xfrm>
        </p:spPr>
        <p:txBody>
          <a:bodyPr>
            <a:normAutofit/>
          </a:bodyPr>
          <a:lstStyle>
            <a:lvl1pPr>
              <a:defRPr sz="1200">
                <a:solidFill>
                  <a:srgbClr val="4D4D4D"/>
                </a:solidFill>
                <a:latin typeface="Segoe UI Light" panose="020B0502040204020203" pitchFamily="34" charset="0"/>
                <a:cs typeface="Segoe UI Light" panose="020B0502040204020203" pitchFamily="34" charset="0"/>
              </a:defRPr>
            </a:lvl1pPr>
            <a:lvl2pPr>
              <a:defRPr sz="1200">
                <a:solidFill>
                  <a:srgbClr val="4D4D4D"/>
                </a:solidFill>
                <a:latin typeface="Segoe UI Light" panose="020B0502040204020203" pitchFamily="34" charset="0"/>
                <a:cs typeface="Segoe UI Light" panose="020B0502040204020203" pitchFamily="34" charset="0"/>
              </a:defRPr>
            </a:lvl2pPr>
            <a:lvl3pPr>
              <a:defRPr sz="1200">
                <a:solidFill>
                  <a:srgbClr val="4D4D4D"/>
                </a:solidFill>
                <a:latin typeface="Segoe UI Light" panose="020B0502040204020203" pitchFamily="34" charset="0"/>
                <a:cs typeface="Segoe UI Light" panose="020B0502040204020203" pitchFamily="34" charset="0"/>
              </a:defRPr>
            </a:lvl3pPr>
            <a:lvl4pPr>
              <a:defRPr sz="1200">
                <a:solidFill>
                  <a:srgbClr val="4D4D4D"/>
                </a:solidFill>
                <a:latin typeface="Segoe UI Light" panose="020B0502040204020203" pitchFamily="34" charset="0"/>
                <a:cs typeface="Segoe UI Light" panose="020B0502040204020203" pitchFamily="34" charset="0"/>
              </a:defRPr>
            </a:lvl4pPr>
            <a:lvl5pPr>
              <a:defRPr sz="1200">
                <a:solidFill>
                  <a:srgbClr val="4D4D4D"/>
                </a:solidFill>
                <a:latin typeface="Segoe UI Light" panose="020B0502040204020203" pitchFamily="34" charset="0"/>
                <a:cs typeface="Segoe UI Light" panose="020B050204020402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6" name="Title 1">
            <a:extLst>
              <a:ext uri="{FF2B5EF4-FFF2-40B4-BE49-F238E27FC236}">
                <a16:creationId xmlns:a16="http://schemas.microsoft.com/office/drawing/2014/main" id="{7496047F-01A5-4193-AB50-84F18A169726}"/>
              </a:ext>
            </a:extLst>
          </p:cNvPr>
          <p:cNvSpPr>
            <a:spLocks noGrp="1"/>
          </p:cNvSpPr>
          <p:nvPr>
            <p:ph type="title" hasCustomPrompt="1"/>
          </p:nvPr>
        </p:nvSpPr>
        <p:spPr>
          <a:xfrm>
            <a:off x="498022" y="410036"/>
            <a:ext cx="9738658" cy="655411"/>
          </a:xfrm>
        </p:spPr>
        <p:txBody>
          <a:bodyPr anchor="t"/>
          <a:lstStyle>
            <a:lvl1pPr>
              <a:defRPr sz="3200"/>
            </a:lvl1pPr>
          </a:lstStyle>
          <a:p>
            <a:r>
              <a:rPr lang="en-US" dirty="0"/>
              <a:t>Insert Heading Here</a:t>
            </a:r>
            <a:endParaRPr lang="en-AU" dirty="0"/>
          </a:p>
        </p:txBody>
      </p:sp>
    </p:spTree>
    <p:extLst>
      <p:ext uri="{BB962C8B-B14F-4D97-AF65-F5344CB8AC3E}">
        <p14:creationId xmlns:p14="http://schemas.microsoft.com/office/powerpoint/2010/main" val="2651052909"/>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5750942" y="274321"/>
            <a:ext cx="4387971" cy="6718827"/>
          </a:xfrm>
        </p:spPr>
        <p:txBody>
          <a:bodyPr/>
          <a:lstStyle>
            <a:lvl1pPr>
              <a:defRPr sz="3528">
                <a:latin typeface="Segoe UI Light" panose="020B0502040204020203" pitchFamily="34" charset="0"/>
                <a:cs typeface="Segoe UI Light" panose="020B0502040204020203" pitchFamily="34" charset="0"/>
              </a:defRPr>
            </a:lvl1pPr>
            <a:lvl2pPr>
              <a:defRPr sz="3087">
                <a:latin typeface="Segoe UI Light" panose="020B0502040204020203" pitchFamily="34" charset="0"/>
                <a:cs typeface="Segoe UI Light" panose="020B0502040204020203" pitchFamily="34" charset="0"/>
              </a:defRPr>
            </a:lvl2pPr>
            <a:lvl3pPr>
              <a:defRPr sz="2646">
                <a:latin typeface="Segoe UI Light" panose="020B0502040204020203" pitchFamily="34" charset="0"/>
                <a:cs typeface="Segoe UI Light" panose="020B0502040204020203" pitchFamily="34" charset="0"/>
              </a:defRPr>
            </a:lvl3pPr>
            <a:lvl4pPr>
              <a:defRPr sz="2205">
                <a:latin typeface="Segoe UI Light" panose="020B0502040204020203" pitchFamily="34" charset="0"/>
                <a:cs typeface="Segoe UI Light" panose="020B0502040204020203" pitchFamily="34" charset="0"/>
              </a:defRPr>
            </a:lvl4pPr>
            <a:lvl5pPr>
              <a:defRPr sz="2205">
                <a:latin typeface="Segoe UI Light" panose="020B0502040204020203" pitchFamily="34" charset="0"/>
                <a:cs typeface="Segoe UI Light" panose="020B0502040204020203" pitchFamily="34" charset="0"/>
              </a:defRPr>
            </a:lvl5pPr>
            <a:lvl6pPr>
              <a:defRPr sz="2205"/>
            </a:lvl6pPr>
            <a:lvl7pPr>
              <a:defRPr sz="2205"/>
            </a:lvl7pPr>
            <a:lvl8pPr>
              <a:defRPr sz="2205"/>
            </a:lvl8pPr>
            <a:lvl9pPr>
              <a:defRPr sz="2205"/>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98022" y="1533662"/>
            <a:ext cx="4965374" cy="5459486"/>
          </a:xfrm>
        </p:spPr>
        <p:txBody>
          <a:bodyPr/>
          <a:lstStyle>
            <a:lvl1pPr marL="0" indent="0">
              <a:buNone/>
              <a:defRPr sz="1764">
                <a:latin typeface="Segoe UI Light" panose="020B0502040204020203" pitchFamily="34" charset="0"/>
                <a:cs typeface="Segoe UI Light" panose="020B0502040204020203" pitchFamily="34" charset="0"/>
              </a:defRPr>
            </a:lvl1pPr>
            <a:lvl2pPr marL="504063" indent="0">
              <a:buNone/>
              <a:defRPr sz="1544"/>
            </a:lvl2pPr>
            <a:lvl3pPr marL="1008126" indent="0">
              <a:buNone/>
              <a:defRPr sz="1323"/>
            </a:lvl3pPr>
            <a:lvl4pPr marL="1512189" indent="0">
              <a:buNone/>
              <a:defRPr sz="1103"/>
            </a:lvl4pPr>
            <a:lvl5pPr marL="2016252" indent="0">
              <a:buNone/>
              <a:defRPr sz="1103"/>
            </a:lvl5pPr>
            <a:lvl6pPr marL="2520315" indent="0">
              <a:buNone/>
              <a:defRPr sz="1103"/>
            </a:lvl6pPr>
            <a:lvl7pPr marL="3024378" indent="0">
              <a:buNone/>
              <a:defRPr sz="1103"/>
            </a:lvl7pPr>
            <a:lvl8pPr marL="3528441" indent="0">
              <a:buNone/>
              <a:defRPr sz="1103"/>
            </a:lvl8pPr>
            <a:lvl9pPr marL="4032504" indent="0">
              <a:buNone/>
              <a:defRPr sz="1103"/>
            </a:lvl9pPr>
          </a:lstStyle>
          <a:p>
            <a:pPr lvl="0"/>
            <a:r>
              <a:rPr lang="en-US" dirty="0"/>
              <a:t>Click to edit Master text styles</a:t>
            </a:r>
          </a:p>
        </p:txBody>
      </p:sp>
      <p:sp>
        <p:nvSpPr>
          <p:cNvPr id="6" name="Title 1">
            <a:extLst>
              <a:ext uri="{FF2B5EF4-FFF2-40B4-BE49-F238E27FC236}">
                <a16:creationId xmlns:a16="http://schemas.microsoft.com/office/drawing/2014/main" id="{AD5847B7-A49D-41A7-9079-468E15B287B7}"/>
              </a:ext>
            </a:extLst>
          </p:cNvPr>
          <p:cNvSpPr>
            <a:spLocks noGrp="1"/>
          </p:cNvSpPr>
          <p:nvPr>
            <p:ph type="title" hasCustomPrompt="1"/>
          </p:nvPr>
        </p:nvSpPr>
        <p:spPr>
          <a:xfrm>
            <a:off x="498022" y="353474"/>
            <a:ext cx="4965374" cy="655411"/>
          </a:xfrm>
        </p:spPr>
        <p:txBody>
          <a:bodyPr/>
          <a:lstStyle>
            <a:lvl1pPr>
              <a:defRPr sz="3200"/>
            </a:lvl1pPr>
          </a:lstStyle>
          <a:p>
            <a:r>
              <a:rPr lang="en-US" dirty="0"/>
              <a:t>Insert Heading Here</a:t>
            </a:r>
            <a:endParaRPr lang="en-AU" dirty="0"/>
          </a:p>
        </p:txBody>
      </p:sp>
    </p:spTree>
    <p:extLst>
      <p:ext uri="{BB962C8B-B14F-4D97-AF65-F5344CB8AC3E}">
        <p14:creationId xmlns:p14="http://schemas.microsoft.com/office/powerpoint/2010/main" val="33813579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5388002" y="1457969"/>
            <a:ext cx="4848678" cy="5004112"/>
          </a:xfrm>
        </p:spPr>
        <p:txBody>
          <a:bodyPr anchor="t"/>
          <a:lstStyle>
            <a:lvl1pPr marL="0" indent="0">
              <a:buNone/>
              <a:defRPr sz="3528">
                <a:latin typeface="Segoe UI Light" panose="020B0502040204020203" pitchFamily="34" charset="0"/>
                <a:cs typeface="Segoe UI Light" panose="020B0502040204020203" pitchFamily="34" charset="0"/>
              </a:defRPr>
            </a:lvl1pPr>
            <a:lvl2pPr marL="504063" indent="0">
              <a:buNone/>
              <a:defRPr sz="3087"/>
            </a:lvl2pPr>
            <a:lvl3pPr marL="1008126" indent="0">
              <a:buNone/>
              <a:defRPr sz="2646"/>
            </a:lvl3pPr>
            <a:lvl4pPr marL="1512189" indent="0">
              <a:buNone/>
              <a:defRPr sz="2205"/>
            </a:lvl4pPr>
            <a:lvl5pPr marL="2016252" indent="0">
              <a:buNone/>
              <a:defRPr sz="2205"/>
            </a:lvl5pPr>
            <a:lvl6pPr marL="2520315" indent="0">
              <a:buNone/>
              <a:defRPr sz="2205"/>
            </a:lvl6pPr>
            <a:lvl7pPr marL="3024378" indent="0">
              <a:buNone/>
              <a:defRPr sz="2205"/>
            </a:lvl7pPr>
            <a:lvl8pPr marL="3528441" indent="0">
              <a:buNone/>
              <a:defRPr sz="2205"/>
            </a:lvl8pPr>
            <a:lvl9pPr marL="4032504" indent="0">
              <a:buNone/>
              <a:defRPr sz="2205"/>
            </a:lvl9pPr>
          </a:lstStyle>
          <a:p>
            <a:r>
              <a:rPr lang="en-US" dirty="0"/>
              <a:t>Click icon to add picture</a:t>
            </a:r>
          </a:p>
        </p:txBody>
      </p:sp>
      <p:sp>
        <p:nvSpPr>
          <p:cNvPr id="4" name="Text Placeholder 3"/>
          <p:cNvSpPr>
            <a:spLocks noGrp="1"/>
          </p:cNvSpPr>
          <p:nvPr>
            <p:ph type="body" sz="half" idx="2"/>
          </p:nvPr>
        </p:nvSpPr>
        <p:spPr>
          <a:xfrm>
            <a:off x="498022" y="1466722"/>
            <a:ext cx="4698522" cy="5004112"/>
          </a:xfrm>
        </p:spPr>
        <p:txBody>
          <a:bodyPr>
            <a:normAutofit/>
          </a:bodyPr>
          <a:lstStyle>
            <a:lvl1pPr marL="0" indent="0">
              <a:buNone/>
              <a:defRPr sz="1200">
                <a:latin typeface="Segoe UI Light" panose="020B0502040204020203" pitchFamily="34" charset="0"/>
                <a:cs typeface="Segoe UI Light" panose="020B0502040204020203" pitchFamily="34" charset="0"/>
              </a:defRPr>
            </a:lvl1pPr>
            <a:lvl2pPr marL="504063" indent="0">
              <a:buNone/>
              <a:defRPr sz="1544"/>
            </a:lvl2pPr>
            <a:lvl3pPr marL="1008126" indent="0">
              <a:buNone/>
              <a:defRPr sz="1323"/>
            </a:lvl3pPr>
            <a:lvl4pPr marL="1512189" indent="0">
              <a:buNone/>
              <a:defRPr sz="1103"/>
            </a:lvl4pPr>
            <a:lvl5pPr marL="2016252" indent="0">
              <a:buNone/>
              <a:defRPr sz="1103"/>
            </a:lvl5pPr>
            <a:lvl6pPr marL="2520315" indent="0">
              <a:buNone/>
              <a:defRPr sz="1103"/>
            </a:lvl6pPr>
            <a:lvl7pPr marL="3024378" indent="0">
              <a:buNone/>
              <a:defRPr sz="1103"/>
            </a:lvl7pPr>
            <a:lvl8pPr marL="3528441" indent="0">
              <a:buNone/>
              <a:defRPr sz="1103"/>
            </a:lvl8pPr>
            <a:lvl9pPr marL="4032504" indent="0">
              <a:buNone/>
              <a:defRPr sz="1103"/>
            </a:lvl9pPr>
          </a:lstStyle>
          <a:p>
            <a:pPr lvl="0"/>
            <a:r>
              <a:rPr lang="en-US" dirty="0"/>
              <a:t>Click to edit Master text styles</a:t>
            </a:r>
          </a:p>
        </p:txBody>
      </p:sp>
      <p:sp>
        <p:nvSpPr>
          <p:cNvPr id="7" name="Title 1">
            <a:extLst>
              <a:ext uri="{FF2B5EF4-FFF2-40B4-BE49-F238E27FC236}">
                <a16:creationId xmlns:a16="http://schemas.microsoft.com/office/drawing/2014/main" id="{B39E177C-C667-486B-A327-A6B47FC2677B}"/>
              </a:ext>
            </a:extLst>
          </p:cNvPr>
          <p:cNvSpPr>
            <a:spLocks noGrp="1"/>
          </p:cNvSpPr>
          <p:nvPr>
            <p:ph type="title" hasCustomPrompt="1"/>
          </p:nvPr>
        </p:nvSpPr>
        <p:spPr>
          <a:xfrm>
            <a:off x="498022" y="353474"/>
            <a:ext cx="9738658" cy="655411"/>
          </a:xfrm>
        </p:spPr>
        <p:txBody>
          <a:bodyPr/>
          <a:lstStyle>
            <a:lvl1pPr>
              <a:defRPr sz="3200"/>
            </a:lvl1pPr>
          </a:lstStyle>
          <a:p>
            <a:r>
              <a:rPr lang="en-US" dirty="0"/>
              <a:t>Insert Heading Here</a:t>
            </a:r>
            <a:endParaRPr lang="en-AU" dirty="0"/>
          </a:p>
        </p:txBody>
      </p:sp>
    </p:spTree>
    <p:extLst>
      <p:ext uri="{BB962C8B-B14F-4D97-AF65-F5344CB8AC3E}">
        <p14:creationId xmlns:p14="http://schemas.microsoft.com/office/powerpoint/2010/main" val="24938210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7" name="Content Placeholder 8">
            <a:extLst>
              <a:ext uri="{FF2B5EF4-FFF2-40B4-BE49-F238E27FC236}">
                <a16:creationId xmlns:a16="http://schemas.microsoft.com/office/drawing/2014/main" id="{F068F6D9-3952-46F0-B32A-E559F45AEDAE}"/>
              </a:ext>
            </a:extLst>
          </p:cNvPr>
          <p:cNvSpPr>
            <a:spLocks noGrp="1"/>
          </p:cNvSpPr>
          <p:nvPr>
            <p:ph sz="quarter" idx="13" hasCustomPrompt="1"/>
          </p:nvPr>
        </p:nvSpPr>
        <p:spPr>
          <a:xfrm>
            <a:off x="582199" y="1692300"/>
            <a:ext cx="2743200" cy="3246870"/>
          </a:xfrm>
        </p:spPr>
        <p:txBody>
          <a:bodyPr>
            <a:normAutofit/>
          </a:bodyPr>
          <a:lstStyle>
            <a:lvl1pPr marL="0" indent="0">
              <a:buNone/>
              <a:defRPr sz="1800">
                <a:solidFill>
                  <a:srgbClr val="4D4D4D"/>
                </a:solidFill>
                <a:latin typeface="Segoe UI Light" panose="020B0502040204020203" pitchFamily="34" charset="0"/>
                <a:cs typeface="Segoe UI Light" panose="020B0502040204020203" pitchFamily="34" charset="0"/>
              </a:defRPr>
            </a:lvl1pPr>
          </a:lstStyle>
          <a:p>
            <a:pPr lvl="0"/>
            <a:r>
              <a:rPr lang="en-US" dirty="0"/>
              <a:t>Insert Content 1 </a:t>
            </a:r>
            <a:endParaRPr lang="en-AU" dirty="0"/>
          </a:p>
        </p:txBody>
      </p:sp>
      <p:sp>
        <p:nvSpPr>
          <p:cNvPr id="8" name="Text Placeholder 12">
            <a:extLst>
              <a:ext uri="{FF2B5EF4-FFF2-40B4-BE49-F238E27FC236}">
                <a16:creationId xmlns:a16="http://schemas.microsoft.com/office/drawing/2014/main" id="{E1268B0D-903B-4C63-8F6A-A43C4BED624E}"/>
              </a:ext>
            </a:extLst>
          </p:cNvPr>
          <p:cNvSpPr>
            <a:spLocks noGrp="1"/>
          </p:cNvSpPr>
          <p:nvPr>
            <p:ph type="body" sz="quarter" idx="14" hasCustomPrompt="1"/>
          </p:nvPr>
        </p:nvSpPr>
        <p:spPr>
          <a:xfrm>
            <a:off x="582199" y="5183645"/>
            <a:ext cx="2743200" cy="989013"/>
          </a:xfrm>
        </p:spPr>
        <p:txBody>
          <a:bodyPr>
            <a:normAutofit/>
          </a:bodyPr>
          <a:lstStyle>
            <a:lvl1pPr marL="0" indent="0">
              <a:buNone/>
              <a:defRPr sz="1200">
                <a:solidFill>
                  <a:srgbClr val="4D4D4D"/>
                </a:solidFill>
                <a:latin typeface="Segoe UI Light" panose="020B0502040204020203" pitchFamily="34" charset="0"/>
                <a:cs typeface="Segoe UI Light" panose="020B0502040204020203" pitchFamily="34" charset="0"/>
              </a:defRPr>
            </a:lvl1pPr>
          </a:lstStyle>
          <a:p>
            <a:pPr lvl="0"/>
            <a:r>
              <a:rPr lang="en-US" sz="1200" dirty="0"/>
              <a:t>Insert Text Here</a:t>
            </a:r>
            <a:endParaRPr lang="en-AU" dirty="0"/>
          </a:p>
        </p:txBody>
      </p:sp>
      <p:sp>
        <p:nvSpPr>
          <p:cNvPr id="9" name="Content Placeholder 8">
            <a:extLst>
              <a:ext uri="{FF2B5EF4-FFF2-40B4-BE49-F238E27FC236}">
                <a16:creationId xmlns:a16="http://schemas.microsoft.com/office/drawing/2014/main" id="{9CE160AB-3CE1-4341-BEC6-1927578A2AFB}"/>
              </a:ext>
            </a:extLst>
          </p:cNvPr>
          <p:cNvSpPr>
            <a:spLocks noGrp="1"/>
          </p:cNvSpPr>
          <p:nvPr>
            <p:ph sz="quarter" idx="15" hasCustomPrompt="1"/>
          </p:nvPr>
        </p:nvSpPr>
        <p:spPr>
          <a:xfrm>
            <a:off x="4005447" y="1692300"/>
            <a:ext cx="2743200" cy="3246870"/>
          </a:xfrm>
        </p:spPr>
        <p:txBody>
          <a:bodyPr>
            <a:normAutofit/>
          </a:bodyPr>
          <a:lstStyle>
            <a:lvl1pPr marL="0" indent="0">
              <a:buNone/>
              <a:defRPr sz="1800">
                <a:solidFill>
                  <a:srgbClr val="4D4D4D"/>
                </a:solidFill>
                <a:latin typeface="Segoe UI Light" panose="020B0502040204020203" pitchFamily="34" charset="0"/>
                <a:cs typeface="Segoe UI Light" panose="020B0502040204020203" pitchFamily="34" charset="0"/>
              </a:defRPr>
            </a:lvl1pPr>
          </a:lstStyle>
          <a:p>
            <a:pPr lvl="0"/>
            <a:r>
              <a:rPr lang="en-US" dirty="0"/>
              <a:t>Insert Content 1 </a:t>
            </a:r>
            <a:endParaRPr lang="en-AU" dirty="0"/>
          </a:p>
        </p:txBody>
      </p:sp>
      <p:sp>
        <p:nvSpPr>
          <p:cNvPr id="10" name="Text Placeholder 12">
            <a:extLst>
              <a:ext uri="{FF2B5EF4-FFF2-40B4-BE49-F238E27FC236}">
                <a16:creationId xmlns:a16="http://schemas.microsoft.com/office/drawing/2014/main" id="{502B17D7-0A05-409F-9B36-2B1667A94493}"/>
              </a:ext>
            </a:extLst>
          </p:cNvPr>
          <p:cNvSpPr>
            <a:spLocks noGrp="1"/>
          </p:cNvSpPr>
          <p:nvPr>
            <p:ph type="body" sz="quarter" idx="16" hasCustomPrompt="1"/>
          </p:nvPr>
        </p:nvSpPr>
        <p:spPr>
          <a:xfrm>
            <a:off x="4005447" y="5183645"/>
            <a:ext cx="2743200" cy="989013"/>
          </a:xfrm>
        </p:spPr>
        <p:txBody>
          <a:bodyPr>
            <a:normAutofit/>
          </a:bodyPr>
          <a:lstStyle>
            <a:lvl1pPr marL="0" indent="0">
              <a:buNone/>
              <a:defRPr sz="1200">
                <a:solidFill>
                  <a:srgbClr val="4D4D4D"/>
                </a:solidFill>
                <a:latin typeface="Segoe UI Light" panose="020B0502040204020203" pitchFamily="34" charset="0"/>
                <a:cs typeface="Segoe UI Light" panose="020B0502040204020203" pitchFamily="34" charset="0"/>
              </a:defRPr>
            </a:lvl1pPr>
          </a:lstStyle>
          <a:p>
            <a:pPr lvl="0"/>
            <a:r>
              <a:rPr lang="en-US" sz="1200" dirty="0"/>
              <a:t>Insert Text Here</a:t>
            </a:r>
            <a:endParaRPr lang="en-AU" dirty="0"/>
          </a:p>
        </p:txBody>
      </p:sp>
      <p:sp>
        <p:nvSpPr>
          <p:cNvPr id="11" name="Content Placeholder 8">
            <a:extLst>
              <a:ext uri="{FF2B5EF4-FFF2-40B4-BE49-F238E27FC236}">
                <a16:creationId xmlns:a16="http://schemas.microsoft.com/office/drawing/2014/main" id="{A4ED4846-83EF-4FA8-A802-5BBD25E5E3B7}"/>
              </a:ext>
            </a:extLst>
          </p:cNvPr>
          <p:cNvSpPr>
            <a:spLocks noGrp="1"/>
          </p:cNvSpPr>
          <p:nvPr>
            <p:ph sz="quarter" idx="17" hasCustomPrompt="1"/>
          </p:nvPr>
        </p:nvSpPr>
        <p:spPr>
          <a:xfrm>
            <a:off x="7428696" y="1692300"/>
            <a:ext cx="2743200" cy="3246870"/>
          </a:xfrm>
        </p:spPr>
        <p:txBody>
          <a:bodyPr>
            <a:normAutofit/>
          </a:bodyPr>
          <a:lstStyle>
            <a:lvl1pPr marL="0" indent="0">
              <a:buNone/>
              <a:defRPr sz="1800">
                <a:solidFill>
                  <a:srgbClr val="4D4D4D"/>
                </a:solidFill>
                <a:latin typeface="Segoe UI Light" panose="020B0502040204020203" pitchFamily="34" charset="0"/>
                <a:cs typeface="Segoe UI Light" panose="020B0502040204020203" pitchFamily="34" charset="0"/>
              </a:defRPr>
            </a:lvl1pPr>
          </a:lstStyle>
          <a:p>
            <a:pPr lvl="0"/>
            <a:r>
              <a:rPr lang="en-US" dirty="0"/>
              <a:t>Insert Content 1 </a:t>
            </a:r>
            <a:endParaRPr lang="en-AU" dirty="0"/>
          </a:p>
        </p:txBody>
      </p:sp>
      <p:sp>
        <p:nvSpPr>
          <p:cNvPr id="12" name="Text Placeholder 12">
            <a:extLst>
              <a:ext uri="{FF2B5EF4-FFF2-40B4-BE49-F238E27FC236}">
                <a16:creationId xmlns:a16="http://schemas.microsoft.com/office/drawing/2014/main" id="{330B738F-EB88-4AB6-BC58-C2A7EFD9486B}"/>
              </a:ext>
            </a:extLst>
          </p:cNvPr>
          <p:cNvSpPr>
            <a:spLocks noGrp="1"/>
          </p:cNvSpPr>
          <p:nvPr>
            <p:ph type="body" sz="quarter" idx="18" hasCustomPrompt="1"/>
          </p:nvPr>
        </p:nvSpPr>
        <p:spPr>
          <a:xfrm>
            <a:off x="7428696" y="5183645"/>
            <a:ext cx="2743200" cy="989013"/>
          </a:xfrm>
        </p:spPr>
        <p:txBody>
          <a:bodyPr>
            <a:normAutofit/>
          </a:bodyPr>
          <a:lstStyle>
            <a:lvl1pPr marL="0" indent="0">
              <a:buNone/>
              <a:defRPr sz="1200">
                <a:solidFill>
                  <a:srgbClr val="4D4D4D"/>
                </a:solidFill>
                <a:latin typeface="Segoe UI Light" panose="020B0502040204020203" pitchFamily="34" charset="0"/>
                <a:cs typeface="Segoe UI Light" panose="020B0502040204020203" pitchFamily="34" charset="0"/>
              </a:defRPr>
            </a:lvl1pPr>
          </a:lstStyle>
          <a:p>
            <a:pPr lvl="0"/>
            <a:r>
              <a:rPr lang="en-US" sz="1200" dirty="0"/>
              <a:t>Insert Text Here</a:t>
            </a:r>
            <a:endParaRPr lang="en-AU" dirty="0"/>
          </a:p>
        </p:txBody>
      </p:sp>
      <p:sp>
        <p:nvSpPr>
          <p:cNvPr id="15" name="Title 1">
            <a:extLst>
              <a:ext uri="{FF2B5EF4-FFF2-40B4-BE49-F238E27FC236}">
                <a16:creationId xmlns:a16="http://schemas.microsoft.com/office/drawing/2014/main" id="{8390FDCD-09C7-4857-B005-1F137B989F46}"/>
              </a:ext>
            </a:extLst>
          </p:cNvPr>
          <p:cNvSpPr>
            <a:spLocks noGrp="1"/>
          </p:cNvSpPr>
          <p:nvPr>
            <p:ph type="title" hasCustomPrompt="1"/>
          </p:nvPr>
        </p:nvSpPr>
        <p:spPr>
          <a:xfrm>
            <a:off x="498022" y="353474"/>
            <a:ext cx="9738658" cy="655411"/>
          </a:xfrm>
        </p:spPr>
        <p:txBody>
          <a:bodyPr/>
          <a:lstStyle>
            <a:lvl1pPr>
              <a:defRPr sz="3200"/>
            </a:lvl1pPr>
          </a:lstStyle>
          <a:p>
            <a:r>
              <a:rPr lang="en-US" dirty="0"/>
              <a:t>Insert Heading Here</a:t>
            </a:r>
            <a:endParaRPr lang="en-AU" dirty="0"/>
          </a:p>
        </p:txBody>
      </p:sp>
    </p:spTree>
    <p:extLst>
      <p:ext uri="{BB962C8B-B14F-4D97-AF65-F5344CB8AC3E}">
        <p14:creationId xmlns:p14="http://schemas.microsoft.com/office/powerpoint/2010/main" val="12642414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Text Placeholder 6">
            <a:extLst>
              <a:ext uri="{FF2B5EF4-FFF2-40B4-BE49-F238E27FC236}">
                <a16:creationId xmlns:a16="http://schemas.microsoft.com/office/drawing/2014/main" id="{99ED0870-CD5E-47AA-A31F-ECA4B3F2ACA6}"/>
              </a:ext>
            </a:extLst>
          </p:cNvPr>
          <p:cNvSpPr>
            <a:spLocks noGrp="1"/>
          </p:cNvSpPr>
          <p:nvPr>
            <p:ph type="body" sz="quarter" idx="10" hasCustomPrompt="1"/>
          </p:nvPr>
        </p:nvSpPr>
        <p:spPr>
          <a:xfrm>
            <a:off x="1098430" y="1662114"/>
            <a:ext cx="8534400" cy="3533775"/>
          </a:xfrm>
        </p:spPr>
        <p:txBody>
          <a:bodyPr anchor="ctr">
            <a:noAutofit/>
          </a:bodyPr>
          <a:lstStyle>
            <a:lvl1pPr marL="0" indent="0" algn="ctr">
              <a:buNone/>
              <a:defRPr sz="3200">
                <a:solidFill>
                  <a:schemeClr val="tx1"/>
                </a:solidFill>
                <a:latin typeface="+mj-lt"/>
              </a:defRPr>
            </a:lvl1pPr>
            <a:lvl2pPr>
              <a:defRPr sz="4400">
                <a:latin typeface="+mj-lt"/>
              </a:defRPr>
            </a:lvl2pPr>
            <a:lvl3pPr>
              <a:defRPr sz="4400">
                <a:latin typeface="+mj-lt"/>
              </a:defRPr>
            </a:lvl3pPr>
            <a:lvl4pPr>
              <a:defRPr sz="4400">
                <a:latin typeface="+mj-lt"/>
              </a:defRPr>
            </a:lvl4pPr>
            <a:lvl5pPr>
              <a:defRPr sz="4400">
                <a:latin typeface="+mj-lt"/>
              </a:defRPr>
            </a:lvl5pPr>
          </a:lstStyle>
          <a:p>
            <a:pPr lvl="0"/>
            <a:r>
              <a:rPr lang="en-US" dirty="0"/>
              <a:t>Introduce Big Idea, Number, or a Quote</a:t>
            </a:r>
            <a:endParaRPr lang="en-AU" dirty="0"/>
          </a:p>
        </p:txBody>
      </p:sp>
    </p:spTree>
    <p:extLst>
      <p:ext uri="{BB962C8B-B14F-4D97-AF65-F5344CB8AC3E}">
        <p14:creationId xmlns:p14="http://schemas.microsoft.com/office/powerpoint/2010/main" val="35265986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35961647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2_Custom Layout">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DC2AD3A-732C-4473-A779-D5A552091EA5}"/>
              </a:ext>
            </a:extLst>
          </p:cNvPr>
          <p:cNvSpPr txBox="1"/>
          <p:nvPr userDrawn="1"/>
        </p:nvSpPr>
        <p:spPr>
          <a:xfrm>
            <a:off x="1081546" y="3649826"/>
            <a:ext cx="8530308" cy="26161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100" b="0" i="1" dirty="0">
                <a:solidFill>
                  <a:schemeClr val="bg1">
                    <a:lumMod val="50000"/>
                  </a:schemeClr>
                </a:solidFill>
                <a:effectLst/>
                <a:latin typeface="+mn-lt"/>
              </a:rPr>
              <a:t>This page is intentionally left blank</a:t>
            </a:r>
            <a:endParaRPr lang="en-US" altLang="zh-CN" sz="1100" i="1" dirty="0">
              <a:solidFill>
                <a:schemeClr val="bg1">
                  <a:lumMod val="50000"/>
                </a:schemeClr>
              </a:solidFill>
              <a:latin typeface="+mn-lt"/>
            </a:endParaRPr>
          </a:p>
        </p:txBody>
      </p:sp>
    </p:spTree>
    <p:extLst>
      <p:ext uri="{BB962C8B-B14F-4D97-AF65-F5344CB8AC3E}">
        <p14:creationId xmlns:p14="http://schemas.microsoft.com/office/powerpoint/2010/main" val="263586330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End Slide">
    <p:spTree>
      <p:nvGrpSpPr>
        <p:cNvPr id="1" name=""/>
        <p:cNvGrpSpPr/>
        <p:nvPr/>
      </p:nvGrpSpPr>
      <p:grpSpPr>
        <a:xfrm>
          <a:off x="0" y="0"/>
          <a:ext cx="0" cy="0"/>
          <a:chOff x="0" y="0"/>
          <a:chExt cx="0" cy="0"/>
        </a:xfrm>
      </p:grpSpPr>
      <p:pic>
        <p:nvPicPr>
          <p:cNvPr id="4" name="Picture 3" descr="Logo&#10;&#10;Description automatically generated">
            <a:extLst>
              <a:ext uri="{FF2B5EF4-FFF2-40B4-BE49-F238E27FC236}">
                <a16:creationId xmlns:a16="http://schemas.microsoft.com/office/drawing/2014/main" id="{EF23FE6B-4B01-4789-886B-4038E2FC8A47}"/>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4394903" y="2959367"/>
            <a:ext cx="1903594" cy="1642530"/>
          </a:xfrm>
          <a:prstGeom prst="rect">
            <a:avLst/>
          </a:prstGeom>
        </p:spPr>
      </p:pic>
      <p:sp>
        <p:nvSpPr>
          <p:cNvPr id="2" name="TextBox 1">
            <a:extLst>
              <a:ext uri="{FF2B5EF4-FFF2-40B4-BE49-F238E27FC236}">
                <a16:creationId xmlns:a16="http://schemas.microsoft.com/office/drawing/2014/main" id="{47A4FEB0-D6AB-45A3-A96C-88D4CFF7E746}"/>
              </a:ext>
            </a:extLst>
          </p:cNvPr>
          <p:cNvSpPr txBox="1"/>
          <p:nvPr userDrawn="1"/>
        </p:nvSpPr>
        <p:spPr>
          <a:xfrm>
            <a:off x="1081546" y="6938022"/>
            <a:ext cx="8530308" cy="26161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1100" dirty="0">
                <a:solidFill>
                  <a:schemeClr val="bg1">
                    <a:lumMod val="50000"/>
                  </a:schemeClr>
                </a:solidFill>
                <a:latin typeface="+mn-lt"/>
              </a:rPr>
              <a:t>Copyright © 2024 Hoan My Medical Corporation. All rights reserved</a:t>
            </a:r>
          </a:p>
        </p:txBody>
      </p:sp>
    </p:spTree>
    <p:extLst>
      <p:ext uri="{BB962C8B-B14F-4D97-AF65-F5344CB8AC3E}">
        <p14:creationId xmlns:p14="http://schemas.microsoft.com/office/powerpoint/2010/main" val="352253441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Front Cover Title">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79E5E363-055D-2745-BCBE-B90E97B17E6C}"/>
              </a:ext>
            </a:extLst>
          </p:cNvPr>
          <p:cNvSpPr>
            <a:spLocks noGrp="1"/>
          </p:cNvSpPr>
          <p:nvPr>
            <p:ph type="pic" sz="quarter" idx="10"/>
          </p:nvPr>
        </p:nvSpPr>
        <p:spPr>
          <a:xfrm>
            <a:off x="0" y="-1"/>
            <a:ext cx="10693400" cy="5960126"/>
          </a:xfrm>
          <a:prstGeom prst="rect">
            <a:avLst/>
          </a:prstGeom>
        </p:spPr>
        <p:txBody>
          <a:bodyPr anchor="b"/>
          <a:lstStyle>
            <a:lvl1pPr marL="0" indent="0" algn="ctr">
              <a:buNone/>
              <a:defRPr sz="3200">
                <a:latin typeface="Gill Sans Std Light" panose="020B0302020104020203" pitchFamily="34" charset="77"/>
              </a:defRPr>
            </a:lvl1pPr>
          </a:lstStyle>
          <a:p>
            <a:r>
              <a:rPr lang="en-US" dirty="0"/>
              <a:t>Click icon to add picture</a:t>
            </a:r>
          </a:p>
        </p:txBody>
      </p:sp>
      <p:sp>
        <p:nvSpPr>
          <p:cNvPr id="2" name="Title 1">
            <a:extLst>
              <a:ext uri="{FF2B5EF4-FFF2-40B4-BE49-F238E27FC236}">
                <a16:creationId xmlns:a16="http://schemas.microsoft.com/office/drawing/2014/main" id="{37BA6859-B487-6B4A-B574-D61AB9DB3C6A}"/>
              </a:ext>
            </a:extLst>
          </p:cNvPr>
          <p:cNvSpPr>
            <a:spLocks noGrp="1"/>
          </p:cNvSpPr>
          <p:nvPr>
            <p:ph type="ctrTitle"/>
          </p:nvPr>
        </p:nvSpPr>
        <p:spPr>
          <a:xfrm>
            <a:off x="0" y="6361913"/>
            <a:ext cx="10693400" cy="362850"/>
          </a:xfrm>
          <a:prstGeom prst="rect">
            <a:avLst/>
          </a:prstGeom>
        </p:spPr>
        <p:txBody>
          <a:bodyPr anchor="t"/>
          <a:lstStyle>
            <a:lvl1pPr algn="ctr">
              <a:defRPr sz="2000">
                <a:solidFill>
                  <a:schemeClr val="tx1"/>
                </a:solidFill>
                <a:latin typeface="Gill Sans Std Light" panose="020B0302020104020203" pitchFamily="34" charset="77"/>
              </a:defRPr>
            </a:lvl1pPr>
          </a:lstStyle>
          <a:p>
            <a:r>
              <a:rPr lang="en-US" dirty="0"/>
              <a:t>Click to edit Master title style</a:t>
            </a:r>
          </a:p>
        </p:txBody>
      </p:sp>
      <p:sp>
        <p:nvSpPr>
          <p:cNvPr id="3" name="Subtitle 2">
            <a:extLst>
              <a:ext uri="{FF2B5EF4-FFF2-40B4-BE49-F238E27FC236}">
                <a16:creationId xmlns:a16="http://schemas.microsoft.com/office/drawing/2014/main" id="{666B5D86-28DF-7342-9AC9-96D0084AC210}"/>
              </a:ext>
            </a:extLst>
          </p:cNvPr>
          <p:cNvSpPr>
            <a:spLocks noGrp="1"/>
          </p:cNvSpPr>
          <p:nvPr>
            <p:ph type="subTitle" idx="1"/>
          </p:nvPr>
        </p:nvSpPr>
        <p:spPr>
          <a:xfrm>
            <a:off x="0" y="6826363"/>
            <a:ext cx="10693400" cy="279353"/>
          </a:xfrm>
          <a:prstGeom prst="rect">
            <a:avLst/>
          </a:prstGeom>
        </p:spPr>
        <p:txBody>
          <a:bodyPr/>
          <a:lstStyle>
            <a:lvl1pPr marL="0" indent="0" algn="ctr">
              <a:buNone/>
              <a:defRPr sz="1200">
                <a:latin typeface="Gill Sans MT Std Light" panose="020B0302020104090203" pitchFamily="34"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Tree>
    <p:extLst>
      <p:ext uri="{BB962C8B-B14F-4D97-AF65-F5344CB8AC3E}">
        <p14:creationId xmlns:p14="http://schemas.microsoft.com/office/powerpoint/2010/main" val="363739788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Content">
    <p:spTree>
      <p:nvGrpSpPr>
        <p:cNvPr id="1" name=""/>
        <p:cNvGrpSpPr/>
        <p:nvPr/>
      </p:nvGrpSpPr>
      <p:grpSpPr>
        <a:xfrm>
          <a:off x="0" y="0"/>
          <a:ext cx="0" cy="0"/>
          <a:chOff x="0" y="0"/>
          <a:chExt cx="0" cy="0"/>
        </a:xfrm>
      </p:grpSpPr>
      <p:sp>
        <p:nvSpPr>
          <p:cNvPr id="2" name="TextBox 1"/>
          <p:cNvSpPr txBox="1"/>
          <p:nvPr/>
        </p:nvSpPr>
        <p:spPr>
          <a:xfrm>
            <a:off x="-8509" y="7173385"/>
            <a:ext cx="10700322" cy="166584"/>
          </a:xfrm>
          <a:prstGeom prst="rect">
            <a:avLst/>
          </a:prstGeom>
          <a:noFill/>
        </p:spPr>
        <p:txBody>
          <a:bodyPr wrap="square" lIns="0" tIns="0" rIns="0" rtlCol="0">
            <a:spAutoFit/>
          </a:bodyPr>
          <a:lstStyle/>
          <a:p>
            <a:pPr algn="ctr">
              <a:lnSpc>
                <a:spcPts val="1000"/>
              </a:lnSpc>
              <a:tabLst/>
            </a:pPr>
            <a:fld id="{2C1C0280-D1D3-4E72-9636-B8F4802BAF83}" type="slidenum">
              <a:rPr lang="en-US" altLang="zh-CN" sz="800" smtClean="0">
                <a:solidFill>
                  <a:srgbClr val="A6A6A6"/>
                </a:solidFill>
                <a:latin typeface="+mn-lt"/>
                <a:cs typeface="Times New Roman" pitchFamily="18" charset="0"/>
              </a:rPr>
              <a:t>‹#›</a:t>
            </a:fld>
            <a:endParaRPr lang="en-US" altLang="zh-CN" sz="800" dirty="0">
              <a:solidFill>
                <a:srgbClr val="A6A6A6"/>
              </a:solidFill>
              <a:latin typeface="+mn-lt"/>
              <a:cs typeface="Garamond" pitchFamily="18" charset="0"/>
            </a:endParaRPr>
          </a:p>
        </p:txBody>
      </p:sp>
      <p:sp>
        <p:nvSpPr>
          <p:cNvPr id="3" name="Title 2">
            <a:extLst>
              <a:ext uri="{FF2B5EF4-FFF2-40B4-BE49-F238E27FC236}">
                <a16:creationId xmlns:a16="http://schemas.microsoft.com/office/drawing/2014/main" id="{A87E6DF0-A1C7-3B42-9F6F-CD5575FC5D2B}"/>
              </a:ext>
            </a:extLst>
          </p:cNvPr>
          <p:cNvSpPr>
            <a:spLocks noGrp="1"/>
          </p:cNvSpPr>
          <p:nvPr>
            <p:ph type="title"/>
          </p:nvPr>
        </p:nvSpPr>
        <p:spPr>
          <a:xfrm>
            <a:off x="543412" y="515536"/>
            <a:ext cx="5344412" cy="492443"/>
          </a:xfrm>
          <a:noFill/>
        </p:spPr>
        <p:txBody>
          <a:bodyPr lIns="0" rIns="0" anchor="t"/>
          <a:lstStyle/>
          <a:p>
            <a:r>
              <a:rPr lang="en-US"/>
              <a:t>Click to edit Master title style</a:t>
            </a:r>
          </a:p>
        </p:txBody>
      </p:sp>
    </p:spTree>
    <p:extLst>
      <p:ext uri="{BB962C8B-B14F-4D97-AF65-F5344CB8AC3E}">
        <p14:creationId xmlns:p14="http://schemas.microsoft.com/office/powerpoint/2010/main" val="181019872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E3BB4A-5388-408B-B293-19A2320AFF80}"/>
              </a:ext>
            </a:extLst>
          </p:cNvPr>
          <p:cNvSpPr>
            <a:spLocks noGrp="1"/>
          </p:cNvSpPr>
          <p:nvPr>
            <p:ph type="title" hasCustomPrompt="1"/>
          </p:nvPr>
        </p:nvSpPr>
        <p:spPr/>
        <p:txBody>
          <a:bodyPr lIns="0" tIns="0" rIns="0" bIns="0"/>
          <a:lstStyle>
            <a:lvl1pPr>
              <a:defRPr b="0" i="0">
                <a:latin typeface="Lexend Light" pitchFamily="2" charset="77"/>
              </a:defRPr>
            </a:lvl1pPr>
          </a:lstStyle>
          <a:p>
            <a:r>
              <a:rPr lang="en-US" dirty="0"/>
              <a:t>Insert Heading Here</a:t>
            </a:r>
            <a:endParaRPr lang="en-AU" dirty="0"/>
          </a:p>
        </p:txBody>
      </p:sp>
      <p:pic>
        <p:nvPicPr>
          <p:cNvPr id="4" name="Picture 3" descr="Logo&#10;&#10;Description automatically generated">
            <a:extLst>
              <a:ext uri="{FF2B5EF4-FFF2-40B4-BE49-F238E27FC236}">
                <a16:creationId xmlns:a16="http://schemas.microsoft.com/office/drawing/2014/main" id="{AB8E83A3-1F82-7849-AD2C-0F1BF5FE96CA}"/>
              </a:ext>
            </a:extLst>
          </p:cNvPr>
          <p:cNvPicPr>
            <a:picLocks noChangeAspect="1"/>
          </p:cNvPicPr>
          <p:nvPr userDrawn="1"/>
        </p:nvPicPr>
        <p:blipFill>
          <a:blip r:embed="rId2">
            <a:alphaModFix amt="50000"/>
            <a:extLst>
              <a:ext uri="{28A0092B-C50C-407E-A947-70E740481C1C}">
                <a14:useLocalDpi xmlns:a14="http://schemas.microsoft.com/office/drawing/2010/main" val="0"/>
              </a:ext>
            </a:extLst>
          </a:blip>
          <a:stretch>
            <a:fillRect/>
          </a:stretch>
        </p:blipFill>
        <p:spPr>
          <a:xfrm>
            <a:off x="9420073" y="6933938"/>
            <a:ext cx="822200" cy="324874"/>
          </a:xfrm>
          <a:prstGeom prst="rect">
            <a:avLst/>
          </a:prstGeom>
        </p:spPr>
      </p:pic>
      <p:sp>
        <p:nvSpPr>
          <p:cNvPr id="5" name="TextBox 4">
            <a:extLst>
              <a:ext uri="{FF2B5EF4-FFF2-40B4-BE49-F238E27FC236}">
                <a16:creationId xmlns:a16="http://schemas.microsoft.com/office/drawing/2014/main" id="{03878A0F-9F9C-7E46-A5E7-AE2C38FAA131}"/>
              </a:ext>
            </a:extLst>
          </p:cNvPr>
          <p:cNvSpPr txBox="1"/>
          <p:nvPr userDrawn="1"/>
        </p:nvSpPr>
        <p:spPr>
          <a:xfrm>
            <a:off x="436806" y="7096376"/>
            <a:ext cx="2615073" cy="94513"/>
          </a:xfrm>
          <a:prstGeom prst="rect">
            <a:avLst/>
          </a:prstGeom>
          <a:noFill/>
        </p:spPr>
        <p:txBody>
          <a:bodyPr wrap="square" lIns="0" tIns="0" rIns="0" bIns="0" rtlCol="0">
            <a:spAutoFit/>
          </a:bodyPr>
          <a:lstStyle/>
          <a:p>
            <a:r>
              <a:rPr lang="en-US" sz="614" b="0" i="0" dirty="0">
                <a:solidFill>
                  <a:schemeClr val="accent4"/>
                </a:solidFill>
                <a:latin typeface="Lexend Light" pitchFamily="2" charset="77"/>
              </a:rPr>
              <a:t>This document is strictly private and confidential</a:t>
            </a:r>
            <a:endParaRPr lang="en-AU" sz="614" b="0" i="0" dirty="0">
              <a:solidFill>
                <a:schemeClr val="accent4"/>
              </a:solidFill>
              <a:latin typeface="Lexend Light" pitchFamily="2" charset="77"/>
            </a:endParaRPr>
          </a:p>
        </p:txBody>
      </p:sp>
      <p:sp>
        <p:nvSpPr>
          <p:cNvPr id="6" name="Footer Placeholder 5">
            <a:extLst>
              <a:ext uri="{FF2B5EF4-FFF2-40B4-BE49-F238E27FC236}">
                <a16:creationId xmlns:a16="http://schemas.microsoft.com/office/drawing/2014/main" id="{C01D88A1-6F2C-9E4B-9156-4A12766718F5}"/>
              </a:ext>
            </a:extLst>
          </p:cNvPr>
          <p:cNvSpPr>
            <a:spLocks noGrp="1"/>
          </p:cNvSpPr>
          <p:nvPr>
            <p:ph type="ftr" sz="quarter" idx="10"/>
          </p:nvPr>
        </p:nvSpPr>
        <p:spPr/>
        <p:txBody>
          <a:bodyPr/>
          <a:lstStyle/>
          <a:p>
            <a:endParaRPr lang="en-US" dirty="0"/>
          </a:p>
        </p:txBody>
      </p:sp>
      <p:sp>
        <p:nvSpPr>
          <p:cNvPr id="8" name="Slide Number Placeholder 7">
            <a:extLst>
              <a:ext uri="{FF2B5EF4-FFF2-40B4-BE49-F238E27FC236}">
                <a16:creationId xmlns:a16="http://schemas.microsoft.com/office/drawing/2014/main" id="{8ED698AD-2466-8245-9423-0A71720B6E17}"/>
              </a:ext>
            </a:extLst>
          </p:cNvPr>
          <p:cNvSpPr>
            <a:spLocks noGrp="1"/>
          </p:cNvSpPr>
          <p:nvPr>
            <p:ph type="sldNum" sz="quarter" idx="11"/>
          </p:nvPr>
        </p:nvSpPr>
        <p:spPr/>
        <p:txBody>
          <a:bodyPr/>
          <a:lstStyle/>
          <a:p>
            <a:fld id="{56E63616-587C-4545-BC36-06FCD8AA6318}" type="slidenum">
              <a:rPr lang="en-US" smtClean="0"/>
              <a:pPr/>
              <a:t>‹#›</a:t>
            </a:fld>
            <a:endParaRPr lang="en-US" dirty="0"/>
          </a:p>
        </p:txBody>
      </p:sp>
    </p:spTree>
    <p:extLst>
      <p:ext uri="{BB962C8B-B14F-4D97-AF65-F5344CB8AC3E}">
        <p14:creationId xmlns:p14="http://schemas.microsoft.com/office/powerpoint/2010/main" val="373793295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2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E3BB4A-5388-408B-B293-19A2320AFF80}"/>
              </a:ext>
            </a:extLst>
          </p:cNvPr>
          <p:cNvSpPr>
            <a:spLocks noGrp="1"/>
          </p:cNvSpPr>
          <p:nvPr>
            <p:ph type="title" hasCustomPrompt="1"/>
          </p:nvPr>
        </p:nvSpPr>
        <p:spPr/>
        <p:txBody>
          <a:bodyPr lIns="0" tIns="0" rIns="0" bIns="0"/>
          <a:lstStyle>
            <a:lvl1pPr>
              <a:defRPr b="0" i="0">
                <a:latin typeface="Lexend Light" pitchFamily="2" charset="77"/>
              </a:defRPr>
            </a:lvl1pPr>
          </a:lstStyle>
          <a:p>
            <a:r>
              <a:rPr lang="en-US" dirty="0"/>
              <a:t>Insert Heading Here</a:t>
            </a:r>
            <a:endParaRPr lang="en-AU" dirty="0"/>
          </a:p>
        </p:txBody>
      </p:sp>
      <p:pic>
        <p:nvPicPr>
          <p:cNvPr id="4" name="Picture 3" descr="Logo&#10;&#10;Description automatically generated">
            <a:extLst>
              <a:ext uri="{FF2B5EF4-FFF2-40B4-BE49-F238E27FC236}">
                <a16:creationId xmlns:a16="http://schemas.microsoft.com/office/drawing/2014/main" id="{AB8E83A3-1F82-7849-AD2C-0F1BF5FE96CA}"/>
              </a:ext>
            </a:extLst>
          </p:cNvPr>
          <p:cNvPicPr>
            <a:picLocks noChangeAspect="1"/>
          </p:cNvPicPr>
          <p:nvPr userDrawn="1"/>
        </p:nvPicPr>
        <p:blipFill>
          <a:blip r:embed="rId2">
            <a:alphaModFix amt="50000"/>
            <a:extLst>
              <a:ext uri="{28A0092B-C50C-407E-A947-70E740481C1C}">
                <a14:useLocalDpi xmlns:a14="http://schemas.microsoft.com/office/drawing/2010/main" val="0"/>
              </a:ext>
            </a:extLst>
          </a:blip>
          <a:stretch>
            <a:fillRect/>
          </a:stretch>
        </p:blipFill>
        <p:spPr>
          <a:xfrm>
            <a:off x="9420073" y="6933938"/>
            <a:ext cx="822200" cy="324874"/>
          </a:xfrm>
          <a:prstGeom prst="rect">
            <a:avLst/>
          </a:prstGeom>
        </p:spPr>
      </p:pic>
      <p:sp>
        <p:nvSpPr>
          <p:cNvPr id="5" name="TextBox 4">
            <a:extLst>
              <a:ext uri="{FF2B5EF4-FFF2-40B4-BE49-F238E27FC236}">
                <a16:creationId xmlns:a16="http://schemas.microsoft.com/office/drawing/2014/main" id="{03878A0F-9F9C-7E46-A5E7-AE2C38FAA131}"/>
              </a:ext>
            </a:extLst>
          </p:cNvPr>
          <p:cNvSpPr txBox="1"/>
          <p:nvPr userDrawn="1"/>
        </p:nvSpPr>
        <p:spPr>
          <a:xfrm>
            <a:off x="436806" y="7096376"/>
            <a:ext cx="2615073" cy="94513"/>
          </a:xfrm>
          <a:prstGeom prst="rect">
            <a:avLst/>
          </a:prstGeom>
          <a:noFill/>
        </p:spPr>
        <p:txBody>
          <a:bodyPr wrap="square" lIns="0" tIns="0" rIns="0" bIns="0" rtlCol="0">
            <a:spAutoFit/>
          </a:bodyPr>
          <a:lstStyle/>
          <a:p>
            <a:r>
              <a:rPr lang="en-US" sz="614" b="0" i="0" dirty="0">
                <a:solidFill>
                  <a:schemeClr val="accent4"/>
                </a:solidFill>
                <a:latin typeface="Lexend Light" pitchFamily="2" charset="77"/>
              </a:rPr>
              <a:t>This document is strictly private and confidential</a:t>
            </a:r>
            <a:endParaRPr lang="en-AU" sz="614" b="0" i="0" dirty="0">
              <a:solidFill>
                <a:schemeClr val="accent4"/>
              </a:solidFill>
              <a:latin typeface="Lexend Light" pitchFamily="2" charset="77"/>
            </a:endParaRPr>
          </a:p>
        </p:txBody>
      </p:sp>
      <p:sp>
        <p:nvSpPr>
          <p:cNvPr id="6" name="Footer Placeholder 5">
            <a:extLst>
              <a:ext uri="{FF2B5EF4-FFF2-40B4-BE49-F238E27FC236}">
                <a16:creationId xmlns:a16="http://schemas.microsoft.com/office/drawing/2014/main" id="{C01D88A1-6F2C-9E4B-9156-4A12766718F5}"/>
              </a:ext>
            </a:extLst>
          </p:cNvPr>
          <p:cNvSpPr>
            <a:spLocks noGrp="1"/>
          </p:cNvSpPr>
          <p:nvPr>
            <p:ph type="ftr" sz="quarter" idx="10"/>
          </p:nvPr>
        </p:nvSpPr>
        <p:spPr/>
        <p:txBody>
          <a:bodyPr/>
          <a:lstStyle/>
          <a:p>
            <a:endParaRPr lang="en-US" dirty="0"/>
          </a:p>
        </p:txBody>
      </p:sp>
      <p:sp>
        <p:nvSpPr>
          <p:cNvPr id="8" name="Slide Number Placeholder 7">
            <a:extLst>
              <a:ext uri="{FF2B5EF4-FFF2-40B4-BE49-F238E27FC236}">
                <a16:creationId xmlns:a16="http://schemas.microsoft.com/office/drawing/2014/main" id="{8ED698AD-2466-8245-9423-0A71720B6E17}"/>
              </a:ext>
            </a:extLst>
          </p:cNvPr>
          <p:cNvSpPr>
            <a:spLocks noGrp="1"/>
          </p:cNvSpPr>
          <p:nvPr>
            <p:ph type="sldNum" sz="quarter" idx="11"/>
          </p:nvPr>
        </p:nvSpPr>
        <p:spPr/>
        <p:txBody>
          <a:bodyPr/>
          <a:lstStyle/>
          <a:p>
            <a:fld id="{56E63616-587C-4545-BC36-06FCD8AA6318}" type="slidenum">
              <a:rPr lang="en-US" smtClean="0"/>
              <a:pPr/>
              <a:t>‹#›</a:t>
            </a:fld>
            <a:endParaRPr lang="en-US" dirty="0"/>
          </a:p>
        </p:txBody>
      </p:sp>
    </p:spTree>
    <p:extLst>
      <p:ext uri="{BB962C8B-B14F-4D97-AF65-F5344CB8AC3E}">
        <p14:creationId xmlns:p14="http://schemas.microsoft.com/office/powerpoint/2010/main" val="126171608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Front Cover Title">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79E5E363-055D-2745-BCBE-B90E97B17E6C}"/>
              </a:ext>
            </a:extLst>
          </p:cNvPr>
          <p:cNvSpPr>
            <a:spLocks noGrp="1"/>
          </p:cNvSpPr>
          <p:nvPr>
            <p:ph type="pic" sz="quarter" idx="10"/>
          </p:nvPr>
        </p:nvSpPr>
        <p:spPr>
          <a:xfrm>
            <a:off x="0" y="-1"/>
            <a:ext cx="10693400" cy="5960126"/>
          </a:xfrm>
          <a:prstGeom prst="rect">
            <a:avLst/>
          </a:prstGeom>
        </p:spPr>
        <p:txBody>
          <a:bodyPr anchor="b"/>
          <a:lstStyle>
            <a:lvl1pPr marL="0" indent="0" algn="ctr">
              <a:buNone/>
              <a:defRPr sz="3200">
                <a:latin typeface="Gill Sans Std Light" panose="020B0302020104020203" pitchFamily="34" charset="77"/>
              </a:defRPr>
            </a:lvl1pPr>
          </a:lstStyle>
          <a:p>
            <a:r>
              <a:rPr lang="en-US" dirty="0"/>
              <a:t>Click icon to add picture</a:t>
            </a:r>
          </a:p>
        </p:txBody>
      </p:sp>
      <p:sp>
        <p:nvSpPr>
          <p:cNvPr id="2" name="Title 1">
            <a:extLst>
              <a:ext uri="{FF2B5EF4-FFF2-40B4-BE49-F238E27FC236}">
                <a16:creationId xmlns:a16="http://schemas.microsoft.com/office/drawing/2014/main" id="{37BA6859-B487-6B4A-B574-D61AB9DB3C6A}"/>
              </a:ext>
            </a:extLst>
          </p:cNvPr>
          <p:cNvSpPr>
            <a:spLocks noGrp="1"/>
          </p:cNvSpPr>
          <p:nvPr>
            <p:ph type="ctrTitle"/>
          </p:nvPr>
        </p:nvSpPr>
        <p:spPr>
          <a:xfrm>
            <a:off x="0" y="6361913"/>
            <a:ext cx="10693400" cy="362850"/>
          </a:xfrm>
          <a:prstGeom prst="rect">
            <a:avLst/>
          </a:prstGeom>
        </p:spPr>
        <p:txBody>
          <a:bodyPr anchor="t"/>
          <a:lstStyle>
            <a:lvl1pPr algn="ctr">
              <a:defRPr sz="2000">
                <a:solidFill>
                  <a:schemeClr val="tx1"/>
                </a:solidFill>
                <a:latin typeface="Gill Sans Std Light" panose="020B0302020104020203" pitchFamily="34" charset="77"/>
              </a:defRPr>
            </a:lvl1pPr>
          </a:lstStyle>
          <a:p>
            <a:r>
              <a:rPr lang="en-US" dirty="0"/>
              <a:t>Click to edit Master title style</a:t>
            </a:r>
          </a:p>
        </p:txBody>
      </p:sp>
      <p:sp>
        <p:nvSpPr>
          <p:cNvPr id="3" name="Subtitle 2">
            <a:extLst>
              <a:ext uri="{FF2B5EF4-FFF2-40B4-BE49-F238E27FC236}">
                <a16:creationId xmlns:a16="http://schemas.microsoft.com/office/drawing/2014/main" id="{666B5D86-28DF-7342-9AC9-96D0084AC210}"/>
              </a:ext>
            </a:extLst>
          </p:cNvPr>
          <p:cNvSpPr>
            <a:spLocks noGrp="1"/>
          </p:cNvSpPr>
          <p:nvPr>
            <p:ph type="subTitle" idx="1"/>
          </p:nvPr>
        </p:nvSpPr>
        <p:spPr>
          <a:xfrm>
            <a:off x="0" y="6826363"/>
            <a:ext cx="10693400" cy="279353"/>
          </a:xfrm>
          <a:prstGeom prst="rect">
            <a:avLst/>
          </a:prstGeom>
        </p:spPr>
        <p:txBody>
          <a:bodyPr/>
          <a:lstStyle>
            <a:lvl1pPr marL="0" indent="0" algn="ctr">
              <a:buNone/>
              <a:defRPr sz="1200">
                <a:latin typeface="Gill Sans MT Std Light" panose="020B0302020104090203" pitchFamily="34"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Tree>
    <p:extLst>
      <p:ext uri="{BB962C8B-B14F-4D97-AF65-F5344CB8AC3E}">
        <p14:creationId xmlns:p14="http://schemas.microsoft.com/office/powerpoint/2010/main" val="152092475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Whit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099E32C-A840-9F4F-9A80-EB0B3A249912}"/>
              </a:ext>
            </a:extLst>
          </p:cNvPr>
          <p:cNvSpPr/>
          <p:nvPr userDrawn="1"/>
        </p:nvSpPr>
        <p:spPr>
          <a:xfrm>
            <a:off x="0" y="0"/>
            <a:ext cx="10693400" cy="756126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51183176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30185196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21.xml"/><Relationship Id="rId2" Type="http://schemas.openxmlformats.org/officeDocument/2006/relationships/slideLayout" Target="../slideLayouts/slideLayout20.xml"/><Relationship Id="rId1" Type="http://schemas.openxmlformats.org/officeDocument/2006/relationships/slideLayout" Target="../slideLayouts/slideLayout19.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98021" y="328422"/>
            <a:ext cx="9877131" cy="673196"/>
          </a:xfrm>
          <a:prstGeom prst="rect">
            <a:avLst/>
          </a:prstGeom>
        </p:spPr>
        <p:txBody>
          <a:bodyPr vert="horz" lIns="91440" tIns="45720" rIns="91440" bIns="45720" rtlCol="0" anchor="ctr">
            <a:noAutofit/>
          </a:bodyPr>
          <a:lstStyle/>
          <a:p>
            <a:r>
              <a:rPr lang="en-US" dirty="0"/>
              <a:t>Click to edit Master title style</a:t>
            </a:r>
          </a:p>
        </p:txBody>
      </p:sp>
      <p:sp>
        <p:nvSpPr>
          <p:cNvPr id="3" name="Text Placeholder 2"/>
          <p:cNvSpPr>
            <a:spLocks noGrp="1"/>
          </p:cNvSpPr>
          <p:nvPr>
            <p:ph type="body" idx="1"/>
          </p:nvPr>
        </p:nvSpPr>
        <p:spPr>
          <a:xfrm>
            <a:off x="498021" y="1460708"/>
            <a:ext cx="9877132" cy="533139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9" name="Picture 8" descr="Logo&#10;&#10;Description automatically generated">
            <a:extLst>
              <a:ext uri="{FF2B5EF4-FFF2-40B4-BE49-F238E27FC236}">
                <a16:creationId xmlns:a16="http://schemas.microsoft.com/office/drawing/2014/main" id="{B3C02740-B805-4E14-978B-E5BE5A755D3C}"/>
              </a:ext>
            </a:extLst>
          </p:cNvPr>
          <p:cNvPicPr>
            <a:picLocks noChangeAspect="1"/>
          </p:cNvPicPr>
          <p:nvPr userDrawn="1"/>
        </p:nvPicPr>
        <p:blipFill>
          <a:blip r:embed="rId20" cstate="hqprint">
            <a:alphaModFix amt="40000"/>
            <a:extLst>
              <a:ext uri="{28A0092B-C50C-407E-A947-70E740481C1C}">
                <a14:useLocalDpi xmlns:a14="http://schemas.microsoft.com/office/drawing/2010/main" val="0"/>
              </a:ext>
            </a:extLst>
          </a:blip>
          <a:stretch>
            <a:fillRect/>
          </a:stretch>
        </p:blipFill>
        <p:spPr>
          <a:xfrm>
            <a:off x="9778085" y="6900033"/>
            <a:ext cx="597068" cy="515185"/>
          </a:xfrm>
          <a:prstGeom prst="rect">
            <a:avLst/>
          </a:prstGeom>
        </p:spPr>
      </p:pic>
      <p:sp>
        <p:nvSpPr>
          <p:cNvPr id="10" name="Slide Number Placeholder 3"/>
          <p:cNvSpPr>
            <a:spLocks noGrp="1"/>
          </p:cNvSpPr>
          <p:nvPr>
            <p:ph type="sldNum" sz="quarter" idx="4"/>
          </p:nvPr>
        </p:nvSpPr>
        <p:spPr>
          <a:xfrm>
            <a:off x="4143375" y="7249212"/>
            <a:ext cx="2406650" cy="161238"/>
          </a:xfrm>
          <a:prstGeom prst="rect">
            <a:avLst/>
          </a:prstGeom>
        </p:spPr>
        <p:txBody>
          <a:bodyPr vert="horz" lIns="91440" tIns="45720" rIns="91440" bIns="45720" rtlCol="0" anchor="ctr"/>
          <a:lstStyle>
            <a:lvl1pPr algn="ctr">
              <a:defRPr sz="800">
                <a:solidFill>
                  <a:schemeClr val="accent4"/>
                </a:solidFill>
                <a:latin typeface="+mn-lt"/>
              </a:defRPr>
            </a:lvl1pPr>
          </a:lstStyle>
          <a:p>
            <a:fld id="{A717E5C8-E58C-49DC-B2AF-053D35C72AEE}" type="slidenum">
              <a:rPr lang="en-SG" smtClean="0"/>
              <a:pPr/>
              <a:t>‹#›</a:t>
            </a:fld>
            <a:endParaRPr lang="en-SG" dirty="0"/>
          </a:p>
        </p:txBody>
      </p:sp>
    </p:spTree>
    <p:extLst>
      <p:ext uri="{BB962C8B-B14F-4D97-AF65-F5344CB8AC3E}">
        <p14:creationId xmlns:p14="http://schemas.microsoft.com/office/powerpoint/2010/main" val="423622474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4" r:id="rId3"/>
    <p:sldLayoutId id="2147483663" r:id="rId4"/>
    <p:sldLayoutId id="2147483665" r:id="rId5"/>
    <p:sldLayoutId id="2147483666" r:id="rId6"/>
    <p:sldLayoutId id="2147483667" r:id="rId7"/>
    <p:sldLayoutId id="2147483668" r:id="rId8"/>
    <p:sldLayoutId id="2147483669" r:id="rId9"/>
    <p:sldLayoutId id="2147483670" r:id="rId10"/>
    <p:sldLayoutId id="2147483673" r:id="rId11"/>
    <p:sldLayoutId id="2147483672" r:id="rId12"/>
    <p:sldLayoutId id="2147483675" r:id="rId13"/>
    <p:sldLayoutId id="2147483674" r:id="rId14"/>
    <p:sldLayoutId id="2147483676" r:id="rId15"/>
    <p:sldLayoutId id="2147483692" r:id="rId16"/>
    <p:sldLayoutId id="2147483693" r:id="rId17"/>
    <p:sldLayoutId id="2147483694" r:id="rId18"/>
  </p:sldLayoutIdLst>
  <p:hf hdr="0" ftr="0" dt="0"/>
  <p:txStyles>
    <p:titleStyle>
      <a:lvl1pPr algn="l" defTabSz="1008126" rtl="0" eaLnBrk="1" latinLnBrk="0" hangingPunct="1">
        <a:lnSpc>
          <a:spcPct val="90000"/>
        </a:lnSpc>
        <a:spcBef>
          <a:spcPct val="0"/>
        </a:spcBef>
        <a:buNone/>
        <a:defRPr sz="3200" kern="1200">
          <a:solidFill>
            <a:schemeClr val="accent3"/>
          </a:solidFill>
          <a:latin typeface="+mj-lt"/>
          <a:ea typeface="+mj-ea"/>
          <a:cs typeface="+mj-cs"/>
        </a:defRPr>
      </a:lvl1pPr>
    </p:titleStyle>
    <p:bodyStyle>
      <a:lvl1pPr marL="252032" indent="-252032" algn="l" defTabSz="1008126" rtl="0" eaLnBrk="1" latinLnBrk="0" hangingPunct="1">
        <a:lnSpc>
          <a:spcPct val="90000"/>
        </a:lnSpc>
        <a:spcBef>
          <a:spcPts val="1103"/>
        </a:spcBef>
        <a:buFont typeface="Arial" panose="020B0604020202020204" pitchFamily="34" charset="0"/>
        <a:buChar char="•"/>
        <a:defRPr sz="3087" kern="1200">
          <a:solidFill>
            <a:schemeClr val="tx1"/>
          </a:solidFill>
          <a:latin typeface="Segoe UI Light" panose="020B0502040204020203" pitchFamily="34" charset="0"/>
          <a:ea typeface="+mn-ea"/>
          <a:cs typeface="+mn-cs"/>
        </a:defRPr>
      </a:lvl1pPr>
      <a:lvl2pPr marL="756095" indent="-252032" algn="l" defTabSz="1008126" rtl="0" eaLnBrk="1" latinLnBrk="0" hangingPunct="1">
        <a:lnSpc>
          <a:spcPct val="90000"/>
        </a:lnSpc>
        <a:spcBef>
          <a:spcPts val="551"/>
        </a:spcBef>
        <a:buFont typeface="Arial" panose="020B0604020202020204" pitchFamily="34" charset="0"/>
        <a:buChar char="•"/>
        <a:defRPr sz="2646" kern="1200">
          <a:solidFill>
            <a:schemeClr val="tx1"/>
          </a:solidFill>
          <a:latin typeface="Segoe UI Light" panose="020B0502040204020203" pitchFamily="34" charset="0"/>
          <a:ea typeface="+mn-ea"/>
          <a:cs typeface="+mn-cs"/>
        </a:defRPr>
      </a:lvl2pPr>
      <a:lvl3pPr marL="1260158" indent="-252032" algn="l" defTabSz="1008126" rtl="0" eaLnBrk="1" latinLnBrk="0" hangingPunct="1">
        <a:lnSpc>
          <a:spcPct val="90000"/>
        </a:lnSpc>
        <a:spcBef>
          <a:spcPts val="551"/>
        </a:spcBef>
        <a:buFont typeface="Arial" panose="020B0604020202020204" pitchFamily="34" charset="0"/>
        <a:buChar char="•"/>
        <a:defRPr sz="2205" kern="1200">
          <a:solidFill>
            <a:schemeClr val="tx1"/>
          </a:solidFill>
          <a:latin typeface="Segoe UI Light" panose="020B0502040204020203" pitchFamily="34" charset="0"/>
          <a:ea typeface="+mn-ea"/>
          <a:cs typeface="+mn-cs"/>
        </a:defRPr>
      </a:lvl3pPr>
      <a:lvl4pPr marL="1764221" indent="-252032" algn="l" defTabSz="1008126" rtl="0" eaLnBrk="1" latinLnBrk="0" hangingPunct="1">
        <a:lnSpc>
          <a:spcPct val="90000"/>
        </a:lnSpc>
        <a:spcBef>
          <a:spcPts val="551"/>
        </a:spcBef>
        <a:buFont typeface="Arial" panose="020B0604020202020204" pitchFamily="34" charset="0"/>
        <a:buChar char="•"/>
        <a:defRPr sz="1985" kern="1200">
          <a:solidFill>
            <a:schemeClr val="tx1"/>
          </a:solidFill>
          <a:latin typeface="Segoe UI Light" panose="020B0502040204020203" pitchFamily="34" charset="0"/>
          <a:ea typeface="+mn-ea"/>
          <a:cs typeface="+mn-cs"/>
        </a:defRPr>
      </a:lvl4pPr>
      <a:lvl5pPr marL="2268284" indent="-252032" algn="l" defTabSz="1008126" rtl="0" eaLnBrk="1" latinLnBrk="0" hangingPunct="1">
        <a:lnSpc>
          <a:spcPct val="90000"/>
        </a:lnSpc>
        <a:spcBef>
          <a:spcPts val="551"/>
        </a:spcBef>
        <a:buFont typeface="Arial" panose="020B0604020202020204" pitchFamily="34" charset="0"/>
        <a:buChar char="•"/>
        <a:defRPr sz="1985" kern="1200">
          <a:solidFill>
            <a:schemeClr val="tx1"/>
          </a:solidFill>
          <a:latin typeface="Segoe UI Light" panose="020B0502040204020203" pitchFamily="34" charset="0"/>
          <a:ea typeface="+mn-ea"/>
          <a:cs typeface="+mn-cs"/>
        </a:defRPr>
      </a:lvl5pPr>
      <a:lvl6pPr marL="2772347" indent="-252032" algn="l" defTabSz="1008126" rtl="0" eaLnBrk="1" latinLnBrk="0" hangingPunct="1">
        <a:lnSpc>
          <a:spcPct val="90000"/>
        </a:lnSpc>
        <a:spcBef>
          <a:spcPts val="551"/>
        </a:spcBef>
        <a:buFont typeface="Arial" panose="020B0604020202020204" pitchFamily="34" charset="0"/>
        <a:buChar char="•"/>
        <a:defRPr sz="1985" kern="1200">
          <a:solidFill>
            <a:schemeClr val="tx1"/>
          </a:solidFill>
          <a:latin typeface="+mn-lt"/>
          <a:ea typeface="+mn-ea"/>
          <a:cs typeface="+mn-cs"/>
        </a:defRPr>
      </a:lvl6pPr>
      <a:lvl7pPr marL="3276410" indent="-252032" algn="l" defTabSz="1008126" rtl="0" eaLnBrk="1" latinLnBrk="0" hangingPunct="1">
        <a:lnSpc>
          <a:spcPct val="90000"/>
        </a:lnSpc>
        <a:spcBef>
          <a:spcPts val="551"/>
        </a:spcBef>
        <a:buFont typeface="Arial" panose="020B0604020202020204" pitchFamily="34" charset="0"/>
        <a:buChar char="•"/>
        <a:defRPr sz="1985" kern="1200">
          <a:solidFill>
            <a:schemeClr val="tx1"/>
          </a:solidFill>
          <a:latin typeface="+mn-lt"/>
          <a:ea typeface="+mn-ea"/>
          <a:cs typeface="+mn-cs"/>
        </a:defRPr>
      </a:lvl7pPr>
      <a:lvl8pPr marL="3780473" indent="-252032" algn="l" defTabSz="1008126" rtl="0" eaLnBrk="1" latinLnBrk="0" hangingPunct="1">
        <a:lnSpc>
          <a:spcPct val="90000"/>
        </a:lnSpc>
        <a:spcBef>
          <a:spcPts val="551"/>
        </a:spcBef>
        <a:buFont typeface="Arial" panose="020B0604020202020204" pitchFamily="34" charset="0"/>
        <a:buChar char="•"/>
        <a:defRPr sz="1985" kern="1200">
          <a:solidFill>
            <a:schemeClr val="tx1"/>
          </a:solidFill>
          <a:latin typeface="+mn-lt"/>
          <a:ea typeface="+mn-ea"/>
          <a:cs typeface="+mn-cs"/>
        </a:defRPr>
      </a:lvl8pPr>
      <a:lvl9pPr marL="4284536" indent="-252032" algn="l" defTabSz="1008126" rtl="0" eaLnBrk="1" latinLnBrk="0" hangingPunct="1">
        <a:lnSpc>
          <a:spcPct val="90000"/>
        </a:lnSpc>
        <a:spcBef>
          <a:spcPts val="551"/>
        </a:spcBef>
        <a:buFont typeface="Arial" panose="020B0604020202020204" pitchFamily="34" charset="0"/>
        <a:buChar char="•"/>
        <a:defRPr sz="1985" kern="1200">
          <a:solidFill>
            <a:schemeClr val="tx1"/>
          </a:solidFill>
          <a:latin typeface="+mn-lt"/>
          <a:ea typeface="+mn-ea"/>
          <a:cs typeface="+mn-cs"/>
        </a:defRPr>
      </a:lvl9pPr>
    </p:bodyStyle>
    <p:otherStyle>
      <a:defPPr>
        <a:defRPr lang="en-US"/>
      </a:defPPr>
      <a:lvl1pPr marL="0" algn="l" defTabSz="1008126" rtl="0" eaLnBrk="1" latinLnBrk="0" hangingPunct="1">
        <a:defRPr sz="1985" kern="1200">
          <a:solidFill>
            <a:schemeClr val="tx1"/>
          </a:solidFill>
          <a:latin typeface="+mn-lt"/>
          <a:ea typeface="+mn-ea"/>
          <a:cs typeface="+mn-cs"/>
        </a:defRPr>
      </a:lvl1pPr>
      <a:lvl2pPr marL="504063" algn="l" defTabSz="1008126" rtl="0" eaLnBrk="1" latinLnBrk="0" hangingPunct="1">
        <a:defRPr sz="1985" kern="1200">
          <a:solidFill>
            <a:schemeClr val="tx1"/>
          </a:solidFill>
          <a:latin typeface="+mn-lt"/>
          <a:ea typeface="+mn-ea"/>
          <a:cs typeface="+mn-cs"/>
        </a:defRPr>
      </a:lvl2pPr>
      <a:lvl3pPr marL="1008126" algn="l" defTabSz="1008126" rtl="0" eaLnBrk="1" latinLnBrk="0" hangingPunct="1">
        <a:defRPr sz="1985" kern="1200">
          <a:solidFill>
            <a:schemeClr val="tx1"/>
          </a:solidFill>
          <a:latin typeface="+mn-lt"/>
          <a:ea typeface="+mn-ea"/>
          <a:cs typeface="+mn-cs"/>
        </a:defRPr>
      </a:lvl3pPr>
      <a:lvl4pPr marL="1512189" algn="l" defTabSz="1008126" rtl="0" eaLnBrk="1" latinLnBrk="0" hangingPunct="1">
        <a:defRPr sz="1985" kern="1200">
          <a:solidFill>
            <a:schemeClr val="tx1"/>
          </a:solidFill>
          <a:latin typeface="+mn-lt"/>
          <a:ea typeface="+mn-ea"/>
          <a:cs typeface="+mn-cs"/>
        </a:defRPr>
      </a:lvl4pPr>
      <a:lvl5pPr marL="2016252" algn="l" defTabSz="1008126" rtl="0" eaLnBrk="1" latinLnBrk="0" hangingPunct="1">
        <a:defRPr sz="1985" kern="1200">
          <a:solidFill>
            <a:schemeClr val="tx1"/>
          </a:solidFill>
          <a:latin typeface="+mn-lt"/>
          <a:ea typeface="+mn-ea"/>
          <a:cs typeface="+mn-cs"/>
        </a:defRPr>
      </a:lvl5pPr>
      <a:lvl6pPr marL="2520315" algn="l" defTabSz="1008126" rtl="0" eaLnBrk="1" latinLnBrk="0" hangingPunct="1">
        <a:defRPr sz="1985" kern="1200">
          <a:solidFill>
            <a:schemeClr val="tx1"/>
          </a:solidFill>
          <a:latin typeface="+mn-lt"/>
          <a:ea typeface="+mn-ea"/>
          <a:cs typeface="+mn-cs"/>
        </a:defRPr>
      </a:lvl6pPr>
      <a:lvl7pPr marL="3024378" algn="l" defTabSz="1008126" rtl="0" eaLnBrk="1" latinLnBrk="0" hangingPunct="1">
        <a:defRPr sz="1985" kern="1200">
          <a:solidFill>
            <a:schemeClr val="tx1"/>
          </a:solidFill>
          <a:latin typeface="+mn-lt"/>
          <a:ea typeface="+mn-ea"/>
          <a:cs typeface="+mn-cs"/>
        </a:defRPr>
      </a:lvl7pPr>
      <a:lvl8pPr marL="3528441" algn="l" defTabSz="1008126" rtl="0" eaLnBrk="1" latinLnBrk="0" hangingPunct="1">
        <a:defRPr sz="1985" kern="1200">
          <a:solidFill>
            <a:schemeClr val="tx1"/>
          </a:solidFill>
          <a:latin typeface="+mn-lt"/>
          <a:ea typeface="+mn-ea"/>
          <a:cs typeface="+mn-cs"/>
        </a:defRPr>
      </a:lvl8pPr>
      <a:lvl9pPr marL="4032504" algn="l" defTabSz="1008126" rtl="0" eaLnBrk="1" latinLnBrk="0" hangingPunct="1">
        <a:defRPr sz="1985"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os="374" userDrawn="1">
          <p15:clr>
            <a:srgbClr val="F26B43"/>
          </p15:clr>
        </p15:guide>
        <p15:guide id="2" pos="6362"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35013" y="403225"/>
            <a:ext cx="9223375" cy="1460500"/>
          </a:xfrm>
          <a:prstGeom prst="rect">
            <a:avLst/>
          </a:prstGeom>
        </p:spPr>
        <p:txBody>
          <a:bodyPr vert="horz" lIns="91440" tIns="45720" rIns="91440" bIns="45720" rtlCol="0" anchor="ctr">
            <a:normAutofit/>
          </a:bodyPr>
          <a:lstStyle/>
          <a:p>
            <a:r>
              <a:rPr lang="en-US"/>
              <a:t>Click to edit Master title style</a:t>
            </a:r>
            <a:endParaRPr lang="en-SG"/>
          </a:p>
        </p:txBody>
      </p:sp>
      <p:sp>
        <p:nvSpPr>
          <p:cNvPr id="3" name="Text Placeholder 2"/>
          <p:cNvSpPr>
            <a:spLocks noGrp="1"/>
          </p:cNvSpPr>
          <p:nvPr>
            <p:ph type="body" idx="1"/>
          </p:nvPr>
        </p:nvSpPr>
        <p:spPr>
          <a:xfrm>
            <a:off x="735013" y="2012950"/>
            <a:ext cx="9223375" cy="4797425"/>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p:cNvSpPr>
            <a:spLocks noGrp="1"/>
          </p:cNvSpPr>
          <p:nvPr>
            <p:ph type="dt" sz="half" idx="2"/>
          </p:nvPr>
        </p:nvSpPr>
        <p:spPr>
          <a:xfrm>
            <a:off x="735013" y="7008813"/>
            <a:ext cx="2406650" cy="401637"/>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SG" dirty="0"/>
          </a:p>
        </p:txBody>
      </p:sp>
      <p:sp>
        <p:nvSpPr>
          <p:cNvPr id="5" name="Footer Placeholder 4"/>
          <p:cNvSpPr>
            <a:spLocks noGrp="1"/>
          </p:cNvSpPr>
          <p:nvPr>
            <p:ph type="ftr" sz="quarter" idx="3"/>
          </p:nvPr>
        </p:nvSpPr>
        <p:spPr>
          <a:xfrm>
            <a:off x="3541713" y="7008813"/>
            <a:ext cx="3609975" cy="401637"/>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SG" dirty="0"/>
          </a:p>
        </p:txBody>
      </p:sp>
      <p:sp>
        <p:nvSpPr>
          <p:cNvPr id="6" name="Slide Number Placeholder 5"/>
          <p:cNvSpPr>
            <a:spLocks noGrp="1"/>
          </p:cNvSpPr>
          <p:nvPr>
            <p:ph type="sldNum" sz="quarter" idx="4"/>
          </p:nvPr>
        </p:nvSpPr>
        <p:spPr>
          <a:xfrm>
            <a:off x="7551738" y="7008813"/>
            <a:ext cx="2406650" cy="401637"/>
          </a:xfrm>
          <a:prstGeom prst="rect">
            <a:avLst/>
          </a:prstGeom>
        </p:spPr>
        <p:txBody>
          <a:bodyPr vert="horz" lIns="91440" tIns="45720" rIns="91440" bIns="45720" rtlCol="0" anchor="ctr"/>
          <a:lstStyle>
            <a:lvl1pPr algn="r">
              <a:defRPr sz="1200">
                <a:solidFill>
                  <a:schemeClr val="tx1">
                    <a:tint val="75000"/>
                  </a:schemeClr>
                </a:solidFill>
              </a:defRPr>
            </a:lvl1pPr>
          </a:lstStyle>
          <a:p>
            <a:fld id="{DA59543F-E596-4F82-A169-A75D345FD7CE}" type="slidenum">
              <a:rPr lang="en-SG" smtClean="0"/>
              <a:t>‹#›</a:t>
            </a:fld>
            <a:endParaRPr lang="en-SG" dirty="0"/>
          </a:p>
        </p:txBody>
      </p:sp>
    </p:spTree>
    <p:extLst>
      <p:ext uri="{BB962C8B-B14F-4D97-AF65-F5344CB8AC3E}">
        <p14:creationId xmlns:p14="http://schemas.microsoft.com/office/powerpoint/2010/main" val="3550213894"/>
      </p:ext>
    </p:extLst>
  </p:cSld>
  <p:clrMap bg1="lt1" tx1="dk1" bg2="lt2" tx2="dk2" accent1="accent1" accent2="accent2" accent3="accent3" accent4="accent4" accent5="accent5" accent6="accent6" hlink="hlink" folHlink="folHlink"/>
  <p:sldLayoutIdLst>
    <p:sldLayoutId id="2147483689" r:id="rId1"/>
    <p:sldLayoutId id="2147483690" r:id="rId2"/>
    <p:sldLayoutId id="2147483691" r:id="rId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5.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7CA2040-16FE-9FBE-5490-D820D1DDA6AC}"/>
              </a:ext>
            </a:extLst>
          </p:cNvPr>
          <p:cNvPicPr>
            <a:picLocks noChangeAspect="1"/>
          </p:cNvPicPr>
          <p:nvPr/>
        </p:nvPicPr>
        <p:blipFill rotWithShape="1">
          <a:blip r:embed="rId2">
            <a:extLst>
              <a:ext uri="{28A0092B-C50C-407E-A947-70E740481C1C}">
                <a14:useLocalDpi xmlns:a14="http://schemas.microsoft.com/office/drawing/2010/main" val="0"/>
              </a:ext>
            </a:extLst>
          </a:blip>
          <a:srcRect l="-1" t="-2" r="-1" b="15122"/>
          <a:stretch/>
        </p:blipFill>
        <p:spPr>
          <a:xfrm>
            <a:off x="0" y="0"/>
            <a:ext cx="10693400" cy="5653943"/>
          </a:xfrm>
          <a:prstGeom prst="rect">
            <a:avLst/>
          </a:prstGeom>
        </p:spPr>
      </p:pic>
      <p:grpSp>
        <p:nvGrpSpPr>
          <p:cNvPr id="2" name="Group 1"/>
          <p:cNvGrpSpPr/>
          <p:nvPr/>
        </p:nvGrpSpPr>
        <p:grpSpPr>
          <a:xfrm>
            <a:off x="552450" y="5938537"/>
            <a:ext cx="5391150" cy="1001363"/>
            <a:chOff x="552450" y="5938537"/>
            <a:chExt cx="5391150" cy="1001363"/>
          </a:xfrm>
        </p:grpSpPr>
        <p:sp>
          <p:nvSpPr>
            <p:cNvPr id="12" name="Title 3"/>
            <p:cNvSpPr txBox="1">
              <a:spLocks/>
            </p:cNvSpPr>
            <p:nvPr/>
          </p:nvSpPr>
          <p:spPr>
            <a:xfrm>
              <a:off x="552450" y="5938537"/>
              <a:ext cx="5391150" cy="362850"/>
            </a:xfrm>
            <a:prstGeom prst="rect">
              <a:avLst/>
            </a:prstGeom>
          </p:spPr>
          <p:txBody>
            <a:bodyPr anchor="t"/>
            <a:lstStyle>
              <a:lvl1pPr algn="ctr" defTabSz="914400" rtl="0" eaLnBrk="1" latinLnBrk="0" hangingPunct="1">
                <a:lnSpc>
                  <a:spcPct val="90000"/>
                </a:lnSpc>
                <a:spcBef>
                  <a:spcPct val="0"/>
                </a:spcBef>
                <a:buNone/>
                <a:defRPr sz="2000" kern="1200">
                  <a:solidFill>
                    <a:schemeClr val="tx1"/>
                  </a:solidFill>
                  <a:latin typeface="Gill Sans Std Light" panose="020B0302020104020203" pitchFamily="34" charset="77"/>
                  <a:ea typeface="+mj-ea"/>
                  <a:cs typeface="+mj-cs"/>
                </a:defRPr>
              </a:lvl1pPr>
            </a:lstStyle>
            <a:p>
              <a:pPr algn="l" defTabSz="1043056">
                <a:lnSpc>
                  <a:spcPct val="100000"/>
                </a:lnSpc>
                <a:spcBef>
                  <a:spcPts val="0"/>
                </a:spcBef>
              </a:pPr>
              <a:r>
                <a:rPr lang="en-GB" sz="3000" dirty="0" smtClean="0">
                  <a:solidFill>
                    <a:schemeClr val="accent2"/>
                  </a:solidFill>
                  <a:latin typeface="Lexend Medium" pitchFamily="2" charset="0"/>
                  <a:ea typeface="+mn-ea"/>
                  <a:cs typeface="+mn-cs"/>
                </a:rPr>
                <a:t>QUY TRÌNH CODE WHITE</a:t>
              </a:r>
              <a:endParaRPr lang="en-GB" sz="3000" dirty="0">
                <a:solidFill>
                  <a:schemeClr val="accent2"/>
                </a:solidFill>
                <a:latin typeface="Lexend Medium" pitchFamily="2" charset="0"/>
                <a:ea typeface="+mn-ea"/>
                <a:cs typeface="+mn-cs"/>
              </a:endParaRPr>
            </a:p>
          </p:txBody>
        </p:sp>
        <p:sp>
          <p:nvSpPr>
            <p:cNvPr id="13" name="Subtitle 5"/>
            <p:cNvSpPr txBox="1">
              <a:spLocks/>
            </p:cNvSpPr>
            <p:nvPr/>
          </p:nvSpPr>
          <p:spPr>
            <a:xfrm>
              <a:off x="552450" y="6660547"/>
              <a:ext cx="5003800" cy="279353"/>
            </a:xfrm>
            <a:prstGeom prst="rect">
              <a:avLst/>
            </a:prstGeom>
          </p:spPr>
          <p:txBody>
            <a:bodyPr/>
            <a:lstStyle>
              <a:lvl1pPr marL="0" indent="0" algn="ctr" defTabSz="914400" rtl="0" eaLnBrk="1" latinLnBrk="0" hangingPunct="1">
                <a:lnSpc>
                  <a:spcPct val="90000"/>
                </a:lnSpc>
                <a:spcBef>
                  <a:spcPts val="1000"/>
                </a:spcBef>
                <a:buFont typeface="Arial" panose="020B0604020202020204" pitchFamily="34" charset="0"/>
                <a:buNone/>
                <a:defRPr sz="1200" kern="1200">
                  <a:solidFill>
                    <a:schemeClr val="tx1"/>
                  </a:solidFill>
                  <a:latin typeface="Gill Sans MT Std Light" panose="020B0302020104090203" pitchFamily="34" charset="77"/>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defTabSz="1043056">
                <a:lnSpc>
                  <a:spcPct val="100000"/>
                </a:lnSpc>
                <a:spcBef>
                  <a:spcPts val="0"/>
                </a:spcBef>
              </a:pPr>
              <a:r>
                <a:rPr lang="en-GB" altLang="zh-CN" sz="1600" i="1" dirty="0" smtClean="0">
                  <a:latin typeface="+mn-lt"/>
                </a:rPr>
                <a:t>02/2026</a:t>
              </a:r>
              <a:endParaRPr lang="en-GB" altLang="zh-CN" sz="1600" i="1" dirty="0">
                <a:latin typeface="+mn-lt"/>
              </a:endParaRPr>
            </a:p>
          </p:txBody>
        </p:sp>
      </p:grpSp>
      <p:pic>
        <p:nvPicPr>
          <p:cNvPr id="17" name="Picture 16"/>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8933804" y="6219825"/>
            <a:ext cx="1092845" cy="904876"/>
          </a:xfrm>
          <a:prstGeom prst="rect">
            <a:avLst/>
          </a:prstGeom>
        </p:spPr>
      </p:pic>
      <p:sp>
        <p:nvSpPr>
          <p:cNvPr id="4" name="Rectangle 3"/>
          <p:cNvSpPr/>
          <p:nvPr/>
        </p:nvSpPr>
        <p:spPr>
          <a:xfrm>
            <a:off x="0" y="5653943"/>
            <a:ext cx="10692000" cy="792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5128670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3"/>
          <p:cNvSpPr txBox="1">
            <a:spLocks/>
          </p:cNvSpPr>
          <p:nvPr/>
        </p:nvSpPr>
        <p:spPr>
          <a:xfrm>
            <a:off x="498022" y="410036"/>
            <a:ext cx="9738658" cy="655411"/>
          </a:xfrm>
          <a:prstGeom prst="rect">
            <a:avLst/>
          </a:prstGeom>
        </p:spPr>
        <p:txBody>
          <a:bodyPr vert="horz" lIns="91440" tIns="45720" rIns="91440" bIns="45720" rtlCol="0" anchor="t">
            <a:noAutofit/>
          </a:bodyPr>
          <a:lstStyle>
            <a:lvl1pPr algn="l" defTabSz="1008126" rtl="0" eaLnBrk="1" latinLnBrk="0" hangingPunct="1">
              <a:lnSpc>
                <a:spcPct val="90000"/>
              </a:lnSpc>
              <a:spcBef>
                <a:spcPct val="0"/>
              </a:spcBef>
              <a:buNone/>
              <a:defRPr sz="3200" kern="1200">
                <a:solidFill>
                  <a:schemeClr val="accent3"/>
                </a:solidFill>
                <a:latin typeface="+mj-lt"/>
                <a:ea typeface="+mj-ea"/>
                <a:cs typeface="+mj-cs"/>
              </a:defRPr>
            </a:lvl1pPr>
          </a:lstStyle>
          <a:p>
            <a:pPr marL="0" marR="0" lvl="0" indent="0" algn="l" defTabSz="1008126" rtl="0" eaLnBrk="1" fontAlgn="auto" latinLnBrk="0" hangingPunct="1">
              <a:lnSpc>
                <a:spcPct val="90000"/>
              </a:lnSpc>
              <a:spcBef>
                <a:spcPct val="0"/>
              </a:spcBef>
              <a:spcAft>
                <a:spcPts val="0"/>
              </a:spcAft>
              <a:buClrTx/>
              <a:buSzTx/>
              <a:buFontTx/>
              <a:buNone/>
              <a:tabLst/>
              <a:defRPr/>
            </a:pPr>
            <a:r>
              <a:rPr kumimoji="0" lang="en-SG" sz="3200" b="0" i="0" u="none" strike="noStrike" kern="1200" cap="none" spc="0" normalizeH="0" baseline="0" noProof="0" dirty="0" err="1" smtClean="0">
                <a:ln>
                  <a:noFill/>
                </a:ln>
                <a:solidFill>
                  <a:schemeClr val="accent2"/>
                </a:solidFill>
                <a:effectLst/>
                <a:uLnTx/>
                <a:uFillTx/>
                <a:latin typeface="Lexend Medium" pitchFamily="2" charset="0"/>
              </a:rPr>
              <a:t>Nội</a:t>
            </a:r>
            <a:r>
              <a:rPr kumimoji="0" lang="en-SG" sz="3200" b="0" i="0" u="none" strike="noStrike" kern="1200" cap="none" spc="0" normalizeH="0" noProof="0" dirty="0" smtClean="0">
                <a:ln>
                  <a:noFill/>
                </a:ln>
                <a:solidFill>
                  <a:schemeClr val="accent2"/>
                </a:solidFill>
                <a:effectLst/>
                <a:uLnTx/>
                <a:uFillTx/>
                <a:latin typeface="Lexend Medium" pitchFamily="2" charset="0"/>
              </a:rPr>
              <a:t> dung:</a:t>
            </a:r>
            <a:endParaRPr kumimoji="0" lang="en-SG" sz="3200" b="0" i="0" u="none" strike="noStrike" kern="1200" cap="none" spc="0" normalizeH="0" baseline="0" noProof="0" dirty="0">
              <a:ln>
                <a:noFill/>
              </a:ln>
              <a:solidFill>
                <a:schemeClr val="accent2"/>
              </a:solidFill>
              <a:effectLst/>
              <a:uLnTx/>
              <a:uFillTx/>
              <a:latin typeface="Lexend Medium" pitchFamily="2" charset="0"/>
            </a:endParaRPr>
          </a:p>
        </p:txBody>
      </p:sp>
      <p:graphicFrame>
        <p:nvGraphicFramePr>
          <p:cNvPr id="8" name="Table 7">
            <a:extLst>
              <a:ext uri="{FF2B5EF4-FFF2-40B4-BE49-F238E27FC236}">
                <a16:creationId xmlns:a16="http://schemas.microsoft.com/office/drawing/2014/main" id="{9BB7CA55-89B5-49E9-BBB8-449C005B46AE}"/>
              </a:ext>
            </a:extLst>
          </p:cNvPr>
          <p:cNvGraphicFramePr>
            <a:graphicFrameLocks noGrp="1"/>
          </p:cNvGraphicFramePr>
          <p:nvPr>
            <p:extLst>
              <p:ext uri="{D42A27DB-BD31-4B8C-83A1-F6EECF244321}">
                <p14:modId xmlns:p14="http://schemas.microsoft.com/office/powerpoint/2010/main" val="2369085857"/>
              </p:ext>
            </p:extLst>
          </p:nvPr>
        </p:nvGraphicFramePr>
        <p:xfrm>
          <a:off x="2212103" y="2037711"/>
          <a:ext cx="6269194" cy="3485840"/>
        </p:xfrm>
        <a:graphic>
          <a:graphicData uri="http://schemas.openxmlformats.org/drawingml/2006/table">
            <a:tbl>
              <a:tblPr/>
              <a:tblGrid>
                <a:gridCol w="5564179">
                  <a:extLst>
                    <a:ext uri="{9D8B030D-6E8A-4147-A177-3AD203B41FA5}">
                      <a16:colId xmlns:a16="http://schemas.microsoft.com/office/drawing/2014/main" val="666291107"/>
                    </a:ext>
                  </a:extLst>
                </a:gridCol>
                <a:gridCol w="705015">
                  <a:extLst>
                    <a:ext uri="{9D8B030D-6E8A-4147-A177-3AD203B41FA5}">
                      <a16:colId xmlns:a16="http://schemas.microsoft.com/office/drawing/2014/main" val="2946646733"/>
                    </a:ext>
                  </a:extLst>
                </a:gridCol>
              </a:tblGrid>
              <a:tr h="435730">
                <a:tc>
                  <a:txBody>
                    <a:bodyPr/>
                    <a:lstStyle>
                      <a:lvl1pPr marL="0" algn="l" defTabSz="914400" rtl="0" eaLnBrk="1" latinLnBrk="0" hangingPunct="1">
                        <a:defRPr sz="1800" kern="1200">
                          <a:solidFill>
                            <a:schemeClr val="tx1"/>
                          </a:solidFill>
                          <a:latin typeface="Segoe UI Semilight"/>
                          <a:ea typeface="Arial Unicode MS"/>
                        </a:defRPr>
                      </a:lvl1pPr>
                      <a:lvl2pPr marL="457200" algn="l" defTabSz="914400" rtl="0" eaLnBrk="1" latinLnBrk="0" hangingPunct="1">
                        <a:defRPr sz="1800" kern="1200">
                          <a:solidFill>
                            <a:schemeClr val="tx1"/>
                          </a:solidFill>
                          <a:latin typeface="Segoe UI Semilight"/>
                          <a:ea typeface="Arial Unicode MS"/>
                        </a:defRPr>
                      </a:lvl2pPr>
                      <a:lvl3pPr marL="914400" algn="l" defTabSz="914400" rtl="0" eaLnBrk="1" latinLnBrk="0" hangingPunct="1">
                        <a:defRPr sz="1800" kern="1200">
                          <a:solidFill>
                            <a:schemeClr val="tx1"/>
                          </a:solidFill>
                          <a:latin typeface="Segoe UI Semilight"/>
                          <a:ea typeface="Arial Unicode MS"/>
                        </a:defRPr>
                      </a:lvl3pPr>
                      <a:lvl4pPr marL="1371600" algn="l" defTabSz="914400" rtl="0" eaLnBrk="1" latinLnBrk="0" hangingPunct="1">
                        <a:defRPr sz="1800" kern="1200">
                          <a:solidFill>
                            <a:schemeClr val="tx1"/>
                          </a:solidFill>
                          <a:latin typeface="Segoe UI Semilight"/>
                          <a:ea typeface="Arial Unicode MS"/>
                        </a:defRPr>
                      </a:lvl4pPr>
                      <a:lvl5pPr marL="1828800" algn="l" defTabSz="914400" rtl="0" eaLnBrk="1" latinLnBrk="0" hangingPunct="1">
                        <a:defRPr sz="1800" kern="1200">
                          <a:solidFill>
                            <a:schemeClr val="tx1"/>
                          </a:solidFill>
                          <a:latin typeface="Segoe UI Semilight"/>
                          <a:ea typeface="Arial Unicode MS"/>
                        </a:defRPr>
                      </a:lvl5pPr>
                      <a:lvl6pPr marL="2286000" algn="l" defTabSz="914400" rtl="0" eaLnBrk="1" latinLnBrk="0" hangingPunct="1">
                        <a:defRPr sz="1800" kern="1200">
                          <a:solidFill>
                            <a:schemeClr val="tx1"/>
                          </a:solidFill>
                          <a:latin typeface="Segoe UI Semilight"/>
                          <a:ea typeface="Arial Unicode MS"/>
                        </a:defRPr>
                      </a:lvl6pPr>
                      <a:lvl7pPr marL="2743200" algn="l" defTabSz="914400" rtl="0" eaLnBrk="1" latinLnBrk="0" hangingPunct="1">
                        <a:defRPr sz="1800" kern="1200">
                          <a:solidFill>
                            <a:schemeClr val="tx1"/>
                          </a:solidFill>
                          <a:latin typeface="Segoe UI Semilight"/>
                          <a:ea typeface="Arial Unicode MS"/>
                        </a:defRPr>
                      </a:lvl7pPr>
                      <a:lvl8pPr marL="3200400" algn="l" defTabSz="914400" rtl="0" eaLnBrk="1" latinLnBrk="0" hangingPunct="1">
                        <a:defRPr sz="1800" kern="1200">
                          <a:solidFill>
                            <a:schemeClr val="tx1"/>
                          </a:solidFill>
                          <a:latin typeface="Segoe UI Semilight"/>
                          <a:ea typeface="Arial Unicode MS"/>
                        </a:defRPr>
                      </a:lvl8pPr>
                      <a:lvl9pPr marL="3657600" algn="l" defTabSz="914400" rtl="0" eaLnBrk="1" latinLnBrk="0" hangingPunct="1">
                        <a:defRPr sz="1800" kern="1200">
                          <a:solidFill>
                            <a:schemeClr val="tx1"/>
                          </a:solidFill>
                          <a:latin typeface="Segoe UI Semilight"/>
                          <a:ea typeface="Arial Unicode MS"/>
                        </a:defRPr>
                      </a:lvl9pPr>
                    </a:lstStyle>
                    <a:p>
                      <a:pPr marL="0" marR="228600" lvl="0" indent="0" algn="just" defTabSz="914400" rtl="0" eaLnBrk="1" fontAlgn="auto" latinLnBrk="0" hangingPunct="1">
                        <a:lnSpc>
                          <a:spcPct val="100000"/>
                        </a:lnSpc>
                        <a:spcBef>
                          <a:spcPts val="0"/>
                        </a:spcBef>
                        <a:spcAft>
                          <a:spcPts val="0"/>
                        </a:spcAft>
                        <a:buClrTx/>
                        <a:buSzTx/>
                        <a:buFontTx/>
                        <a:buNone/>
                        <a:tabLst>
                          <a:tab pos="355600" algn="l"/>
                          <a:tab pos="457200" algn="l"/>
                          <a:tab pos="711200" algn="l"/>
                          <a:tab pos="1066800" algn="l"/>
                          <a:tab pos="1778000" algn="l"/>
                          <a:tab pos="2133600" algn="l"/>
                          <a:tab pos="2489200" algn="l"/>
                          <a:tab pos="2844800" algn="l"/>
                          <a:tab pos="3200400" algn="l"/>
                          <a:tab pos="3556000" algn="l"/>
                          <a:tab pos="3911600" algn="l"/>
                          <a:tab pos="4267200" algn="l"/>
                          <a:tab pos="457200" algn="l"/>
                        </a:tabLst>
                        <a:defRPr/>
                      </a:pPr>
                      <a:r>
                        <a:rPr lang="en-GB" sz="1400" kern="1200" dirty="0" smtClean="0">
                          <a:solidFill>
                            <a:schemeClr val="tx1"/>
                          </a:solidFill>
                          <a:latin typeface="+mn-lt"/>
                          <a:ea typeface="Times New Roman"/>
                          <a:cs typeface="Times New Roman"/>
                        </a:rPr>
                        <a:t>ĐỊNH</a:t>
                      </a:r>
                      <a:r>
                        <a:rPr lang="en-GB" sz="1400" kern="1200" baseline="0" dirty="0" smtClean="0">
                          <a:solidFill>
                            <a:schemeClr val="tx1"/>
                          </a:solidFill>
                          <a:latin typeface="+mn-lt"/>
                          <a:ea typeface="Times New Roman"/>
                          <a:cs typeface="Times New Roman"/>
                        </a:rPr>
                        <a:t> NGHĨA CODE WHITE</a:t>
                      </a:r>
                      <a:endParaRPr lang="en-GB" sz="1400" kern="1200" dirty="0">
                        <a:solidFill>
                          <a:schemeClr val="tx1"/>
                        </a:solidFill>
                        <a:latin typeface="+mn-lt"/>
                        <a:ea typeface="Times New Roman"/>
                        <a:cs typeface="Times New Roman"/>
                      </a:endParaRPr>
                    </a:p>
                  </a:txBody>
                  <a:tcPr marL="56235" marR="56235" marT="0"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Segoe UI Semilight"/>
                          <a:ea typeface="Arial Unicode MS"/>
                        </a:defRPr>
                      </a:lvl1pPr>
                      <a:lvl2pPr marL="457200" algn="l" defTabSz="914400" rtl="0" eaLnBrk="1" latinLnBrk="0" hangingPunct="1">
                        <a:defRPr sz="1800" kern="1200">
                          <a:solidFill>
                            <a:schemeClr val="tx1"/>
                          </a:solidFill>
                          <a:latin typeface="Segoe UI Semilight"/>
                          <a:ea typeface="Arial Unicode MS"/>
                        </a:defRPr>
                      </a:lvl2pPr>
                      <a:lvl3pPr marL="914400" algn="l" defTabSz="914400" rtl="0" eaLnBrk="1" latinLnBrk="0" hangingPunct="1">
                        <a:defRPr sz="1800" kern="1200">
                          <a:solidFill>
                            <a:schemeClr val="tx1"/>
                          </a:solidFill>
                          <a:latin typeface="Segoe UI Semilight"/>
                          <a:ea typeface="Arial Unicode MS"/>
                        </a:defRPr>
                      </a:lvl3pPr>
                      <a:lvl4pPr marL="1371600" algn="l" defTabSz="914400" rtl="0" eaLnBrk="1" latinLnBrk="0" hangingPunct="1">
                        <a:defRPr sz="1800" kern="1200">
                          <a:solidFill>
                            <a:schemeClr val="tx1"/>
                          </a:solidFill>
                          <a:latin typeface="Segoe UI Semilight"/>
                          <a:ea typeface="Arial Unicode MS"/>
                        </a:defRPr>
                      </a:lvl4pPr>
                      <a:lvl5pPr marL="1828800" algn="l" defTabSz="914400" rtl="0" eaLnBrk="1" latinLnBrk="0" hangingPunct="1">
                        <a:defRPr sz="1800" kern="1200">
                          <a:solidFill>
                            <a:schemeClr val="tx1"/>
                          </a:solidFill>
                          <a:latin typeface="Segoe UI Semilight"/>
                          <a:ea typeface="Arial Unicode MS"/>
                        </a:defRPr>
                      </a:lvl5pPr>
                      <a:lvl6pPr marL="2286000" algn="l" defTabSz="914400" rtl="0" eaLnBrk="1" latinLnBrk="0" hangingPunct="1">
                        <a:defRPr sz="1800" kern="1200">
                          <a:solidFill>
                            <a:schemeClr val="tx1"/>
                          </a:solidFill>
                          <a:latin typeface="Segoe UI Semilight"/>
                          <a:ea typeface="Arial Unicode MS"/>
                        </a:defRPr>
                      </a:lvl6pPr>
                      <a:lvl7pPr marL="2743200" algn="l" defTabSz="914400" rtl="0" eaLnBrk="1" latinLnBrk="0" hangingPunct="1">
                        <a:defRPr sz="1800" kern="1200">
                          <a:solidFill>
                            <a:schemeClr val="tx1"/>
                          </a:solidFill>
                          <a:latin typeface="Segoe UI Semilight"/>
                          <a:ea typeface="Arial Unicode MS"/>
                        </a:defRPr>
                      </a:lvl7pPr>
                      <a:lvl8pPr marL="3200400" algn="l" defTabSz="914400" rtl="0" eaLnBrk="1" latinLnBrk="0" hangingPunct="1">
                        <a:defRPr sz="1800" kern="1200">
                          <a:solidFill>
                            <a:schemeClr val="tx1"/>
                          </a:solidFill>
                          <a:latin typeface="Segoe UI Semilight"/>
                          <a:ea typeface="Arial Unicode MS"/>
                        </a:defRPr>
                      </a:lvl8pPr>
                      <a:lvl9pPr marL="3657600" algn="l" defTabSz="914400" rtl="0" eaLnBrk="1" latinLnBrk="0" hangingPunct="1">
                        <a:defRPr sz="1800" kern="1200">
                          <a:solidFill>
                            <a:schemeClr val="tx1"/>
                          </a:solidFill>
                          <a:latin typeface="Segoe UI Semilight"/>
                          <a:ea typeface="Arial Unicode MS"/>
                        </a:defRPr>
                      </a:lvl9pPr>
                    </a:lstStyle>
                    <a:p>
                      <a:pPr marR="228600" algn="r">
                        <a:spcAft>
                          <a:spcPts val="0"/>
                        </a:spcAft>
                        <a:tabLst>
                          <a:tab pos="457200" algn="l"/>
                          <a:tab pos="711200" algn="l"/>
                          <a:tab pos="1066800" algn="l"/>
                          <a:tab pos="1778000" algn="l"/>
                          <a:tab pos="2133600" algn="l"/>
                          <a:tab pos="2489200" algn="l"/>
                          <a:tab pos="2844800" algn="l"/>
                          <a:tab pos="3200400" algn="l"/>
                          <a:tab pos="3556000" algn="l"/>
                          <a:tab pos="3911600" algn="l"/>
                          <a:tab pos="4267200" algn="l"/>
                          <a:tab pos="457200" algn="l"/>
                        </a:tabLst>
                      </a:pPr>
                      <a:r>
                        <a:rPr lang="en-US" sz="1400" kern="1200" dirty="0" smtClean="0">
                          <a:solidFill>
                            <a:schemeClr val="tx1"/>
                          </a:solidFill>
                          <a:latin typeface="+mn-lt"/>
                          <a:ea typeface="Times New Roman"/>
                          <a:cs typeface="Times New Roman"/>
                        </a:rPr>
                        <a:t>3</a:t>
                      </a:r>
                      <a:endParaRPr lang="en-US" sz="1400" kern="1200" dirty="0">
                        <a:solidFill>
                          <a:schemeClr val="tx1"/>
                        </a:solidFill>
                        <a:latin typeface="+mn-lt"/>
                        <a:ea typeface="Times New Roman"/>
                        <a:cs typeface="Times New Roman"/>
                      </a:endParaRPr>
                    </a:p>
                  </a:txBody>
                  <a:tcPr marL="68580" marR="68580" marT="0" marB="0">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3951610821"/>
                  </a:ext>
                </a:extLst>
              </a:tr>
              <a:tr h="435730">
                <a:tc>
                  <a:txBody>
                    <a:bodyPr/>
                    <a:lstStyle>
                      <a:lvl1pPr marL="0" algn="l" defTabSz="914400" rtl="0" eaLnBrk="1" latinLnBrk="0" hangingPunct="1">
                        <a:defRPr sz="1800" kern="1200">
                          <a:solidFill>
                            <a:schemeClr val="tx1"/>
                          </a:solidFill>
                          <a:latin typeface="Segoe UI Semilight"/>
                          <a:ea typeface="Arial Unicode MS"/>
                        </a:defRPr>
                      </a:lvl1pPr>
                      <a:lvl2pPr marL="457200" algn="l" defTabSz="914400" rtl="0" eaLnBrk="1" latinLnBrk="0" hangingPunct="1">
                        <a:defRPr sz="1800" kern="1200">
                          <a:solidFill>
                            <a:schemeClr val="tx1"/>
                          </a:solidFill>
                          <a:latin typeface="Segoe UI Semilight"/>
                          <a:ea typeface="Arial Unicode MS"/>
                        </a:defRPr>
                      </a:lvl2pPr>
                      <a:lvl3pPr marL="914400" algn="l" defTabSz="914400" rtl="0" eaLnBrk="1" latinLnBrk="0" hangingPunct="1">
                        <a:defRPr sz="1800" kern="1200">
                          <a:solidFill>
                            <a:schemeClr val="tx1"/>
                          </a:solidFill>
                          <a:latin typeface="Segoe UI Semilight"/>
                          <a:ea typeface="Arial Unicode MS"/>
                        </a:defRPr>
                      </a:lvl3pPr>
                      <a:lvl4pPr marL="1371600" algn="l" defTabSz="914400" rtl="0" eaLnBrk="1" latinLnBrk="0" hangingPunct="1">
                        <a:defRPr sz="1800" kern="1200">
                          <a:solidFill>
                            <a:schemeClr val="tx1"/>
                          </a:solidFill>
                          <a:latin typeface="Segoe UI Semilight"/>
                          <a:ea typeface="Arial Unicode MS"/>
                        </a:defRPr>
                      </a:lvl4pPr>
                      <a:lvl5pPr marL="1828800" algn="l" defTabSz="914400" rtl="0" eaLnBrk="1" latinLnBrk="0" hangingPunct="1">
                        <a:defRPr sz="1800" kern="1200">
                          <a:solidFill>
                            <a:schemeClr val="tx1"/>
                          </a:solidFill>
                          <a:latin typeface="Segoe UI Semilight"/>
                          <a:ea typeface="Arial Unicode MS"/>
                        </a:defRPr>
                      </a:lvl5pPr>
                      <a:lvl6pPr marL="2286000" algn="l" defTabSz="914400" rtl="0" eaLnBrk="1" latinLnBrk="0" hangingPunct="1">
                        <a:defRPr sz="1800" kern="1200">
                          <a:solidFill>
                            <a:schemeClr val="tx1"/>
                          </a:solidFill>
                          <a:latin typeface="Segoe UI Semilight"/>
                          <a:ea typeface="Arial Unicode MS"/>
                        </a:defRPr>
                      </a:lvl6pPr>
                      <a:lvl7pPr marL="2743200" algn="l" defTabSz="914400" rtl="0" eaLnBrk="1" latinLnBrk="0" hangingPunct="1">
                        <a:defRPr sz="1800" kern="1200">
                          <a:solidFill>
                            <a:schemeClr val="tx1"/>
                          </a:solidFill>
                          <a:latin typeface="Segoe UI Semilight"/>
                          <a:ea typeface="Arial Unicode MS"/>
                        </a:defRPr>
                      </a:lvl7pPr>
                      <a:lvl8pPr marL="3200400" algn="l" defTabSz="914400" rtl="0" eaLnBrk="1" latinLnBrk="0" hangingPunct="1">
                        <a:defRPr sz="1800" kern="1200">
                          <a:solidFill>
                            <a:schemeClr val="tx1"/>
                          </a:solidFill>
                          <a:latin typeface="Segoe UI Semilight"/>
                          <a:ea typeface="Arial Unicode MS"/>
                        </a:defRPr>
                      </a:lvl8pPr>
                      <a:lvl9pPr marL="3657600" algn="l" defTabSz="914400" rtl="0" eaLnBrk="1" latinLnBrk="0" hangingPunct="1">
                        <a:defRPr sz="1800" kern="1200">
                          <a:solidFill>
                            <a:schemeClr val="tx1"/>
                          </a:solidFill>
                          <a:latin typeface="Segoe UI Semilight"/>
                          <a:ea typeface="Arial Unicode MS"/>
                        </a:defRPr>
                      </a:lvl9pPr>
                    </a:lstStyle>
                    <a:p>
                      <a:pPr marL="0" marR="228600" indent="0" algn="just" defTabSz="914400" rtl="0" eaLnBrk="1" fontAlgn="auto" latinLnBrk="0" hangingPunct="1">
                        <a:lnSpc>
                          <a:spcPct val="100000"/>
                        </a:lnSpc>
                        <a:spcBef>
                          <a:spcPts val="0"/>
                        </a:spcBef>
                        <a:spcAft>
                          <a:spcPts val="0"/>
                        </a:spcAft>
                        <a:buClrTx/>
                        <a:buSzTx/>
                        <a:buFontTx/>
                        <a:buNone/>
                        <a:tabLst>
                          <a:tab pos="355600" algn="l"/>
                          <a:tab pos="457200" algn="l"/>
                          <a:tab pos="711200" algn="l"/>
                          <a:tab pos="1066800" algn="l"/>
                          <a:tab pos="1778000" algn="l"/>
                          <a:tab pos="2133600" algn="l"/>
                          <a:tab pos="2489200" algn="l"/>
                          <a:tab pos="2844800" algn="l"/>
                          <a:tab pos="3200400" algn="l"/>
                          <a:tab pos="3556000" algn="l"/>
                          <a:tab pos="3911600" algn="l"/>
                          <a:tab pos="4267200" algn="l"/>
                          <a:tab pos="457200" algn="l"/>
                        </a:tabLst>
                        <a:defRPr/>
                      </a:pPr>
                      <a:r>
                        <a:rPr lang="en-US" sz="1400" dirty="0" smtClean="0">
                          <a:latin typeface="+mn-lt"/>
                        </a:rPr>
                        <a:t>BẢN CHẤT VÀ MỤC TIÊU CODE WHITE</a:t>
                      </a:r>
                      <a:endParaRPr lang="en-GB" sz="1400" kern="1200" dirty="0">
                        <a:solidFill>
                          <a:schemeClr val="tx1"/>
                        </a:solidFill>
                        <a:latin typeface="+mn-lt"/>
                        <a:ea typeface="Times New Roman"/>
                        <a:cs typeface="Times New Roman"/>
                      </a:endParaRPr>
                    </a:p>
                  </a:txBody>
                  <a:tcPr marL="56235" marR="56235" marT="0"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Segoe UI Semilight"/>
                          <a:ea typeface="Arial Unicode MS"/>
                        </a:defRPr>
                      </a:lvl1pPr>
                      <a:lvl2pPr marL="457200" algn="l" defTabSz="914400" rtl="0" eaLnBrk="1" latinLnBrk="0" hangingPunct="1">
                        <a:defRPr sz="1800" kern="1200">
                          <a:solidFill>
                            <a:schemeClr val="tx1"/>
                          </a:solidFill>
                          <a:latin typeface="Segoe UI Semilight"/>
                          <a:ea typeface="Arial Unicode MS"/>
                        </a:defRPr>
                      </a:lvl2pPr>
                      <a:lvl3pPr marL="914400" algn="l" defTabSz="914400" rtl="0" eaLnBrk="1" latinLnBrk="0" hangingPunct="1">
                        <a:defRPr sz="1800" kern="1200">
                          <a:solidFill>
                            <a:schemeClr val="tx1"/>
                          </a:solidFill>
                          <a:latin typeface="Segoe UI Semilight"/>
                          <a:ea typeface="Arial Unicode MS"/>
                        </a:defRPr>
                      </a:lvl3pPr>
                      <a:lvl4pPr marL="1371600" algn="l" defTabSz="914400" rtl="0" eaLnBrk="1" latinLnBrk="0" hangingPunct="1">
                        <a:defRPr sz="1800" kern="1200">
                          <a:solidFill>
                            <a:schemeClr val="tx1"/>
                          </a:solidFill>
                          <a:latin typeface="Segoe UI Semilight"/>
                          <a:ea typeface="Arial Unicode MS"/>
                        </a:defRPr>
                      </a:lvl4pPr>
                      <a:lvl5pPr marL="1828800" algn="l" defTabSz="914400" rtl="0" eaLnBrk="1" latinLnBrk="0" hangingPunct="1">
                        <a:defRPr sz="1800" kern="1200">
                          <a:solidFill>
                            <a:schemeClr val="tx1"/>
                          </a:solidFill>
                          <a:latin typeface="Segoe UI Semilight"/>
                          <a:ea typeface="Arial Unicode MS"/>
                        </a:defRPr>
                      </a:lvl5pPr>
                      <a:lvl6pPr marL="2286000" algn="l" defTabSz="914400" rtl="0" eaLnBrk="1" latinLnBrk="0" hangingPunct="1">
                        <a:defRPr sz="1800" kern="1200">
                          <a:solidFill>
                            <a:schemeClr val="tx1"/>
                          </a:solidFill>
                          <a:latin typeface="Segoe UI Semilight"/>
                          <a:ea typeface="Arial Unicode MS"/>
                        </a:defRPr>
                      </a:lvl6pPr>
                      <a:lvl7pPr marL="2743200" algn="l" defTabSz="914400" rtl="0" eaLnBrk="1" latinLnBrk="0" hangingPunct="1">
                        <a:defRPr sz="1800" kern="1200">
                          <a:solidFill>
                            <a:schemeClr val="tx1"/>
                          </a:solidFill>
                          <a:latin typeface="Segoe UI Semilight"/>
                          <a:ea typeface="Arial Unicode MS"/>
                        </a:defRPr>
                      </a:lvl7pPr>
                      <a:lvl8pPr marL="3200400" algn="l" defTabSz="914400" rtl="0" eaLnBrk="1" latinLnBrk="0" hangingPunct="1">
                        <a:defRPr sz="1800" kern="1200">
                          <a:solidFill>
                            <a:schemeClr val="tx1"/>
                          </a:solidFill>
                          <a:latin typeface="Segoe UI Semilight"/>
                          <a:ea typeface="Arial Unicode MS"/>
                        </a:defRPr>
                      </a:lvl8pPr>
                      <a:lvl9pPr marL="3657600" algn="l" defTabSz="914400" rtl="0" eaLnBrk="1" latinLnBrk="0" hangingPunct="1">
                        <a:defRPr sz="1800" kern="1200">
                          <a:solidFill>
                            <a:schemeClr val="tx1"/>
                          </a:solidFill>
                          <a:latin typeface="Segoe UI Semilight"/>
                          <a:ea typeface="Arial Unicode MS"/>
                        </a:defRPr>
                      </a:lvl9pPr>
                    </a:lstStyle>
                    <a:p>
                      <a:pPr marR="228600" algn="r">
                        <a:spcAft>
                          <a:spcPts val="0"/>
                        </a:spcAft>
                        <a:tabLst>
                          <a:tab pos="457200" algn="l"/>
                          <a:tab pos="711200" algn="l"/>
                          <a:tab pos="1066800" algn="l"/>
                          <a:tab pos="1778000" algn="l"/>
                          <a:tab pos="2133600" algn="l"/>
                          <a:tab pos="2489200" algn="l"/>
                          <a:tab pos="2844800" algn="l"/>
                          <a:tab pos="3200400" algn="l"/>
                          <a:tab pos="3556000" algn="l"/>
                          <a:tab pos="3911600" algn="l"/>
                          <a:tab pos="4267200" algn="l"/>
                          <a:tab pos="457200" algn="l"/>
                        </a:tabLst>
                      </a:pPr>
                      <a:r>
                        <a:rPr lang="en-US" sz="1400" kern="1200" dirty="0" smtClean="0">
                          <a:solidFill>
                            <a:schemeClr val="tx1"/>
                          </a:solidFill>
                          <a:latin typeface="+mn-lt"/>
                          <a:ea typeface="Times New Roman"/>
                          <a:cs typeface="Times New Roman"/>
                        </a:rPr>
                        <a:t>5</a:t>
                      </a:r>
                      <a:endParaRPr lang="en-US" sz="1400" kern="1200" dirty="0">
                        <a:solidFill>
                          <a:schemeClr val="tx1"/>
                        </a:solidFill>
                        <a:latin typeface="+mn-lt"/>
                        <a:ea typeface="Times New Roman"/>
                        <a:cs typeface="Times New Roman"/>
                      </a:endParaRPr>
                    </a:p>
                  </a:txBody>
                  <a:tcPr marL="68580" marR="68580" marT="0" marB="0">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3743391251"/>
                  </a:ext>
                </a:extLst>
              </a:tr>
              <a:tr h="435730">
                <a:tc>
                  <a:txBody>
                    <a:bodyPr/>
                    <a:lstStyle>
                      <a:lvl1pPr marL="0" algn="l" defTabSz="914400" rtl="0" eaLnBrk="1" latinLnBrk="0" hangingPunct="1">
                        <a:defRPr sz="1800" kern="1200">
                          <a:solidFill>
                            <a:schemeClr val="tx1"/>
                          </a:solidFill>
                          <a:latin typeface="Segoe UI Semilight"/>
                          <a:ea typeface="Arial Unicode MS"/>
                        </a:defRPr>
                      </a:lvl1pPr>
                      <a:lvl2pPr marL="457200" algn="l" defTabSz="914400" rtl="0" eaLnBrk="1" latinLnBrk="0" hangingPunct="1">
                        <a:defRPr sz="1800" kern="1200">
                          <a:solidFill>
                            <a:schemeClr val="tx1"/>
                          </a:solidFill>
                          <a:latin typeface="Segoe UI Semilight"/>
                          <a:ea typeface="Arial Unicode MS"/>
                        </a:defRPr>
                      </a:lvl2pPr>
                      <a:lvl3pPr marL="914400" algn="l" defTabSz="914400" rtl="0" eaLnBrk="1" latinLnBrk="0" hangingPunct="1">
                        <a:defRPr sz="1800" kern="1200">
                          <a:solidFill>
                            <a:schemeClr val="tx1"/>
                          </a:solidFill>
                          <a:latin typeface="Segoe UI Semilight"/>
                          <a:ea typeface="Arial Unicode MS"/>
                        </a:defRPr>
                      </a:lvl3pPr>
                      <a:lvl4pPr marL="1371600" algn="l" defTabSz="914400" rtl="0" eaLnBrk="1" latinLnBrk="0" hangingPunct="1">
                        <a:defRPr sz="1800" kern="1200">
                          <a:solidFill>
                            <a:schemeClr val="tx1"/>
                          </a:solidFill>
                          <a:latin typeface="Segoe UI Semilight"/>
                          <a:ea typeface="Arial Unicode MS"/>
                        </a:defRPr>
                      </a:lvl4pPr>
                      <a:lvl5pPr marL="1828800" algn="l" defTabSz="914400" rtl="0" eaLnBrk="1" latinLnBrk="0" hangingPunct="1">
                        <a:defRPr sz="1800" kern="1200">
                          <a:solidFill>
                            <a:schemeClr val="tx1"/>
                          </a:solidFill>
                          <a:latin typeface="Segoe UI Semilight"/>
                          <a:ea typeface="Arial Unicode MS"/>
                        </a:defRPr>
                      </a:lvl5pPr>
                      <a:lvl6pPr marL="2286000" algn="l" defTabSz="914400" rtl="0" eaLnBrk="1" latinLnBrk="0" hangingPunct="1">
                        <a:defRPr sz="1800" kern="1200">
                          <a:solidFill>
                            <a:schemeClr val="tx1"/>
                          </a:solidFill>
                          <a:latin typeface="Segoe UI Semilight"/>
                          <a:ea typeface="Arial Unicode MS"/>
                        </a:defRPr>
                      </a:lvl6pPr>
                      <a:lvl7pPr marL="2743200" algn="l" defTabSz="914400" rtl="0" eaLnBrk="1" latinLnBrk="0" hangingPunct="1">
                        <a:defRPr sz="1800" kern="1200">
                          <a:solidFill>
                            <a:schemeClr val="tx1"/>
                          </a:solidFill>
                          <a:latin typeface="Segoe UI Semilight"/>
                          <a:ea typeface="Arial Unicode MS"/>
                        </a:defRPr>
                      </a:lvl7pPr>
                      <a:lvl8pPr marL="3200400" algn="l" defTabSz="914400" rtl="0" eaLnBrk="1" latinLnBrk="0" hangingPunct="1">
                        <a:defRPr sz="1800" kern="1200">
                          <a:solidFill>
                            <a:schemeClr val="tx1"/>
                          </a:solidFill>
                          <a:latin typeface="Segoe UI Semilight"/>
                          <a:ea typeface="Arial Unicode MS"/>
                        </a:defRPr>
                      </a:lvl8pPr>
                      <a:lvl9pPr marL="3657600" algn="l" defTabSz="914400" rtl="0" eaLnBrk="1" latinLnBrk="0" hangingPunct="1">
                        <a:defRPr sz="1800" kern="1200">
                          <a:solidFill>
                            <a:schemeClr val="tx1"/>
                          </a:solidFill>
                          <a:latin typeface="Segoe UI Semilight"/>
                          <a:ea typeface="Arial Unicode MS"/>
                        </a:defRPr>
                      </a:lvl9pPr>
                    </a:lstStyle>
                    <a:p>
                      <a:pPr marL="0" marR="228600" indent="0" algn="just" defTabSz="914400" rtl="0" eaLnBrk="1" fontAlgn="auto" latinLnBrk="0" hangingPunct="1">
                        <a:lnSpc>
                          <a:spcPct val="100000"/>
                        </a:lnSpc>
                        <a:spcBef>
                          <a:spcPts val="0"/>
                        </a:spcBef>
                        <a:spcAft>
                          <a:spcPts val="0"/>
                        </a:spcAft>
                        <a:buClrTx/>
                        <a:buSzTx/>
                        <a:buFontTx/>
                        <a:buNone/>
                        <a:tabLst>
                          <a:tab pos="355600" algn="l"/>
                          <a:tab pos="457200" algn="l"/>
                          <a:tab pos="711200" algn="l"/>
                          <a:tab pos="1066800" algn="l"/>
                          <a:tab pos="1778000" algn="l"/>
                          <a:tab pos="2133600" algn="l"/>
                          <a:tab pos="2489200" algn="l"/>
                          <a:tab pos="2844800" algn="l"/>
                          <a:tab pos="3200400" algn="l"/>
                          <a:tab pos="3556000" algn="l"/>
                          <a:tab pos="3911600" algn="l"/>
                          <a:tab pos="4267200" algn="l"/>
                          <a:tab pos="457200" algn="l"/>
                        </a:tabLst>
                        <a:defRPr/>
                      </a:pPr>
                      <a:r>
                        <a:rPr lang="en-US" sz="1400" kern="1200" dirty="0" smtClean="0">
                          <a:solidFill>
                            <a:schemeClr val="tx1"/>
                          </a:solidFill>
                          <a:latin typeface="+mn-lt"/>
                          <a:ea typeface="Times New Roman"/>
                          <a:cs typeface="Times New Roman"/>
                        </a:rPr>
                        <a:t>MÔ</a:t>
                      </a:r>
                      <a:r>
                        <a:rPr lang="en-US" sz="1400" kern="1200" baseline="0" dirty="0" smtClean="0">
                          <a:solidFill>
                            <a:schemeClr val="tx1"/>
                          </a:solidFill>
                          <a:latin typeface="+mn-lt"/>
                          <a:ea typeface="Times New Roman"/>
                          <a:cs typeface="Times New Roman"/>
                        </a:rPr>
                        <a:t> TẢ QUY TRÌNH CODE WHITE</a:t>
                      </a:r>
                    </a:p>
                  </a:txBody>
                  <a:tcPr marL="56235" marR="56235" marT="0"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Segoe UI Semilight"/>
                          <a:ea typeface="Arial Unicode MS"/>
                        </a:defRPr>
                      </a:lvl1pPr>
                      <a:lvl2pPr marL="457200" algn="l" defTabSz="914400" rtl="0" eaLnBrk="1" latinLnBrk="0" hangingPunct="1">
                        <a:defRPr sz="1800" kern="1200">
                          <a:solidFill>
                            <a:schemeClr val="tx1"/>
                          </a:solidFill>
                          <a:latin typeface="Segoe UI Semilight"/>
                          <a:ea typeface="Arial Unicode MS"/>
                        </a:defRPr>
                      </a:lvl2pPr>
                      <a:lvl3pPr marL="914400" algn="l" defTabSz="914400" rtl="0" eaLnBrk="1" latinLnBrk="0" hangingPunct="1">
                        <a:defRPr sz="1800" kern="1200">
                          <a:solidFill>
                            <a:schemeClr val="tx1"/>
                          </a:solidFill>
                          <a:latin typeface="Segoe UI Semilight"/>
                          <a:ea typeface="Arial Unicode MS"/>
                        </a:defRPr>
                      </a:lvl3pPr>
                      <a:lvl4pPr marL="1371600" algn="l" defTabSz="914400" rtl="0" eaLnBrk="1" latinLnBrk="0" hangingPunct="1">
                        <a:defRPr sz="1800" kern="1200">
                          <a:solidFill>
                            <a:schemeClr val="tx1"/>
                          </a:solidFill>
                          <a:latin typeface="Segoe UI Semilight"/>
                          <a:ea typeface="Arial Unicode MS"/>
                        </a:defRPr>
                      </a:lvl4pPr>
                      <a:lvl5pPr marL="1828800" algn="l" defTabSz="914400" rtl="0" eaLnBrk="1" latinLnBrk="0" hangingPunct="1">
                        <a:defRPr sz="1800" kern="1200">
                          <a:solidFill>
                            <a:schemeClr val="tx1"/>
                          </a:solidFill>
                          <a:latin typeface="Segoe UI Semilight"/>
                          <a:ea typeface="Arial Unicode MS"/>
                        </a:defRPr>
                      </a:lvl5pPr>
                      <a:lvl6pPr marL="2286000" algn="l" defTabSz="914400" rtl="0" eaLnBrk="1" latinLnBrk="0" hangingPunct="1">
                        <a:defRPr sz="1800" kern="1200">
                          <a:solidFill>
                            <a:schemeClr val="tx1"/>
                          </a:solidFill>
                          <a:latin typeface="Segoe UI Semilight"/>
                          <a:ea typeface="Arial Unicode MS"/>
                        </a:defRPr>
                      </a:lvl6pPr>
                      <a:lvl7pPr marL="2743200" algn="l" defTabSz="914400" rtl="0" eaLnBrk="1" latinLnBrk="0" hangingPunct="1">
                        <a:defRPr sz="1800" kern="1200">
                          <a:solidFill>
                            <a:schemeClr val="tx1"/>
                          </a:solidFill>
                          <a:latin typeface="Segoe UI Semilight"/>
                          <a:ea typeface="Arial Unicode MS"/>
                        </a:defRPr>
                      </a:lvl7pPr>
                      <a:lvl8pPr marL="3200400" algn="l" defTabSz="914400" rtl="0" eaLnBrk="1" latinLnBrk="0" hangingPunct="1">
                        <a:defRPr sz="1800" kern="1200">
                          <a:solidFill>
                            <a:schemeClr val="tx1"/>
                          </a:solidFill>
                          <a:latin typeface="Segoe UI Semilight"/>
                          <a:ea typeface="Arial Unicode MS"/>
                        </a:defRPr>
                      </a:lvl8pPr>
                      <a:lvl9pPr marL="3657600" algn="l" defTabSz="914400" rtl="0" eaLnBrk="1" latinLnBrk="0" hangingPunct="1">
                        <a:defRPr sz="1800" kern="1200">
                          <a:solidFill>
                            <a:schemeClr val="tx1"/>
                          </a:solidFill>
                          <a:latin typeface="Segoe UI Semilight"/>
                          <a:ea typeface="Arial Unicode MS"/>
                        </a:defRPr>
                      </a:lvl9pPr>
                    </a:lstStyle>
                    <a:p>
                      <a:pPr marR="228600" algn="r">
                        <a:spcAft>
                          <a:spcPts val="0"/>
                        </a:spcAft>
                        <a:tabLst>
                          <a:tab pos="355600" algn="l"/>
                          <a:tab pos="457200" algn="l"/>
                          <a:tab pos="711200" algn="l"/>
                          <a:tab pos="1066800" algn="l"/>
                          <a:tab pos="1778000" algn="l"/>
                          <a:tab pos="2133600" algn="l"/>
                          <a:tab pos="2489200" algn="l"/>
                          <a:tab pos="2844800" algn="l"/>
                          <a:tab pos="3200400" algn="l"/>
                          <a:tab pos="3556000" algn="l"/>
                          <a:tab pos="3911600" algn="l"/>
                          <a:tab pos="4267200" algn="l"/>
                          <a:tab pos="457200" algn="l"/>
                        </a:tabLst>
                      </a:pPr>
                      <a:r>
                        <a:rPr lang="en-US" sz="1400" kern="1200" dirty="0" smtClean="0">
                          <a:solidFill>
                            <a:schemeClr val="tx1"/>
                          </a:solidFill>
                          <a:latin typeface="+mn-lt"/>
                          <a:ea typeface="Times New Roman"/>
                          <a:cs typeface="Times New Roman"/>
                        </a:rPr>
                        <a:t>9</a:t>
                      </a:r>
                      <a:endParaRPr lang="en-US" sz="1400" kern="1200" dirty="0">
                        <a:solidFill>
                          <a:schemeClr val="tx1"/>
                        </a:solidFill>
                        <a:latin typeface="+mn-lt"/>
                        <a:ea typeface="Times New Roman"/>
                        <a:cs typeface="Times New Roman"/>
                      </a:endParaRPr>
                    </a:p>
                  </a:txBody>
                  <a:tcPr marL="68580" marR="68580" marT="0" marB="0">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1604333013"/>
                  </a:ext>
                </a:extLst>
              </a:tr>
              <a:tr h="435730">
                <a:tc>
                  <a:txBody>
                    <a:bodyPr/>
                    <a:lstStyle>
                      <a:lvl1pPr marL="0" algn="l" defTabSz="914400" rtl="0" eaLnBrk="1" latinLnBrk="0" hangingPunct="1">
                        <a:defRPr sz="1800" kern="1200">
                          <a:solidFill>
                            <a:schemeClr val="tx1"/>
                          </a:solidFill>
                          <a:latin typeface="Segoe UI Semilight"/>
                          <a:ea typeface="Arial Unicode MS"/>
                        </a:defRPr>
                      </a:lvl1pPr>
                      <a:lvl2pPr marL="457200" algn="l" defTabSz="914400" rtl="0" eaLnBrk="1" latinLnBrk="0" hangingPunct="1">
                        <a:defRPr sz="1800" kern="1200">
                          <a:solidFill>
                            <a:schemeClr val="tx1"/>
                          </a:solidFill>
                          <a:latin typeface="Segoe UI Semilight"/>
                          <a:ea typeface="Arial Unicode MS"/>
                        </a:defRPr>
                      </a:lvl2pPr>
                      <a:lvl3pPr marL="914400" algn="l" defTabSz="914400" rtl="0" eaLnBrk="1" latinLnBrk="0" hangingPunct="1">
                        <a:defRPr sz="1800" kern="1200">
                          <a:solidFill>
                            <a:schemeClr val="tx1"/>
                          </a:solidFill>
                          <a:latin typeface="Segoe UI Semilight"/>
                          <a:ea typeface="Arial Unicode MS"/>
                        </a:defRPr>
                      </a:lvl3pPr>
                      <a:lvl4pPr marL="1371600" algn="l" defTabSz="914400" rtl="0" eaLnBrk="1" latinLnBrk="0" hangingPunct="1">
                        <a:defRPr sz="1800" kern="1200">
                          <a:solidFill>
                            <a:schemeClr val="tx1"/>
                          </a:solidFill>
                          <a:latin typeface="Segoe UI Semilight"/>
                          <a:ea typeface="Arial Unicode MS"/>
                        </a:defRPr>
                      </a:lvl4pPr>
                      <a:lvl5pPr marL="1828800" algn="l" defTabSz="914400" rtl="0" eaLnBrk="1" latinLnBrk="0" hangingPunct="1">
                        <a:defRPr sz="1800" kern="1200">
                          <a:solidFill>
                            <a:schemeClr val="tx1"/>
                          </a:solidFill>
                          <a:latin typeface="Segoe UI Semilight"/>
                          <a:ea typeface="Arial Unicode MS"/>
                        </a:defRPr>
                      </a:lvl5pPr>
                      <a:lvl6pPr marL="2286000" algn="l" defTabSz="914400" rtl="0" eaLnBrk="1" latinLnBrk="0" hangingPunct="1">
                        <a:defRPr sz="1800" kern="1200">
                          <a:solidFill>
                            <a:schemeClr val="tx1"/>
                          </a:solidFill>
                          <a:latin typeface="Segoe UI Semilight"/>
                          <a:ea typeface="Arial Unicode MS"/>
                        </a:defRPr>
                      </a:lvl6pPr>
                      <a:lvl7pPr marL="2743200" algn="l" defTabSz="914400" rtl="0" eaLnBrk="1" latinLnBrk="0" hangingPunct="1">
                        <a:defRPr sz="1800" kern="1200">
                          <a:solidFill>
                            <a:schemeClr val="tx1"/>
                          </a:solidFill>
                          <a:latin typeface="Segoe UI Semilight"/>
                          <a:ea typeface="Arial Unicode MS"/>
                        </a:defRPr>
                      </a:lvl7pPr>
                      <a:lvl8pPr marL="3200400" algn="l" defTabSz="914400" rtl="0" eaLnBrk="1" latinLnBrk="0" hangingPunct="1">
                        <a:defRPr sz="1800" kern="1200">
                          <a:solidFill>
                            <a:schemeClr val="tx1"/>
                          </a:solidFill>
                          <a:latin typeface="Segoe UI Semilight"/>
                          <a:ea typeface="Arial Unicode MS"/>
                        </a:defRPr>
                      </a:lvl8pPr>
                      <a:lvl9pPr marL="3657600" algn="l" defTabSz="914400" rtl="0" eaLnBrk="1" latinLnBrk="0" hangingPunct="1">
                        <a:defRPr sz="1800" kern="1200">
                          <a:solidFill>
                            <a:schemeClr val="tx1"/>
                          </a:solidFill>
                          <a:latin typeface="Segoe UI Semilight"/>
                          <a:ea typeface="Arial Unicode MS"/>
                        </a:defRPr>
                      </a:lvl9pPr>
                    </a:lstStyle>
                    <a:p>
                      <a:pPr marL="0" marR="228600" indent="0" algn="just" defTabSz="914400" rtl="0" eaLnBrk="1" fontAlgn="auto" latinLnBrk="0" hangingPunct="1">
                        <a:lnSpc>
                          <a:spcPct val="100000"/>
                        </a:lnSpc>
                        <a:spcBef>
                          <a:spcPts val="0"/>
                        </a:spcBef>
                        <a:spcAft>
                          <a:spcPts val="0"/>
                        </a:spcAft>
                        <a:buClrTx/>
                        <a:buSzTx/>
                        <a:buFontTx/>
                        <a:buNone/>
                        <a:tabLst>
                          <a:tab pos="355600" algn="l"/>
                          <a:tab pos="457200" algn="l"/>
                          <a:tab pos="711200" algn="l"/>
                          <a:tab pos="1066800" algn="l"/>
                          <a:tab pos="1778000" algn="l"/>
                          <a:tab pos="2133600" algn="l"/>
                          <a:tab pos="2489200" algn="l"/>
                          <a:tab pos="2844800" algn="l"/>
                          <a:tab pos="3200400" algn="l"/>
                          <a:tab pos="3556000" algn="l"/>
                          <a:tab pos="3911600" algn="l"/>
                          <a:tab pos="4267200" algn="l"/>
                          <a:tab pos="457200" algn="l"/>
                        </a:tabLst>
                        <a:defRPr/>
                      </a:pPr>
                      <a:r>
                        <a:rPr lang="en-US" sz="1400" kern="1200" dirty="0" smtClean="0">
                          <a:solidFill>
                            <a:schemeClr val="tx1"/>
                          </a:solidFill>
                          <a:latin typeface="+mn-lt"/>
                          <a:ea typeface="Times New Roman"/>
                          <a:cs typeface="Times New Roman"/>
                        </a:rPr>
                        <a:t>LƯU</a:t>
                      </a:r>
                      <a:r>
                        <a:rPr lang="en-US" sz="1400" kern="1200" baseline="0" dirty="0" smtClean="0">
                          <a:solidFill>
                            <a:schemeClr val="tx1"/>
                          </a:solidFill>
                          <a:latin typeface="+mn-lt"/>
                          <a:ea typeface="Times New Roman"/>
                          <a:cs typeface="Times New Roman"/>
                        </a:rPr>
                        <a:t> Ý</a:t>
                      </a:r>
                      <a:endParaRPr lang="en-US" sz="1400" kern="1200" dirty="0">
                        <a:solidFill>
                          <a:schemeClr val="tx1"/>
                        </a:solidFill>
                        <a:latin typeface="+mn-lt"/>
                        <a:ea typeface="Times New Roman"/>
                        <a:cs typeface="Times New Roman"/>
                      </a:endParaRPr>
                    </a:p>
                  </a:txBody>
                  <a:tcPr marL="56235" marR="56235" marT="0"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Segoe UI Semilight"/>
                          <a:ea typeface="Arial Unicode MS"/>
                        </a:defRPr>
                      </a:lvl1pPr>
                      <a:lvl2pPr marL="457200" algn="l" defTabSz="914400" rtl="0" eaLnBrk="1" latinLnBrk="0" hangingPunct="1">
                        <a:defRPr sz="1800" kern="1200">
                          <a:solidFill>
                            <a:schemeClr val="tx1"/>
                          </a:solidFill>
                          <a:latin typeface="Segoe UI Semilight"/>
                          <a:ea typeface="Arial Unicode MS"/>
                        </a:defRPr>
                      </a:lvl2pPr>
                      <a:lvl3pPr marL="914400" algn="l" defTabSz="914400" rtl="0" eaLnBrk="1" latinLnBrk="0" hangingPunct="1">
                        <a:defRPr sz="1800" kern="1200">
                          <a:solidFill>
                            <a:schemeClr val="tx1"/>
                          </a:solidFill>
                          <a:latin typeface="Segoe UI Semilight"/>
                          <a:ea typeface="Arial Unicode MS"/>
                        </a:defRPr>
                      </a:lvl3pPr>
                      <a:lvl4pPr marL="1371600" algn="l" defTabSz="914400" rtl="0" eaLnBrk="1" latinLnBrk="0" hangingPunct="1">
                        <a:defRPr sz="1800" kern="1200">
                          <a:solidFill>
                            <a:schemeClr val="tx1"/>
                          </a:solidFill>
                          <a:latin typeface="Segoe UI Semilight"/>
                          <a:ea typeface="Arial Unicode MS"/>
                        </a:defRPr>
                      </a:lvl4pPr>
                      <a:lvl5pPr marL="1828800" algn="l" defTabSz="914400" rtl="0" eaLnBrk="1" latinLnBrk="0" hangingPunct="1">
                        <a:defRPr sz="1800" kern="1200">
                          <a:solidFill>
                            <a:schemeClr val="tx1"/>
                          </a:solidFill>
                          <a:latin typeface="Segoe UI Semilight"/>
                          <a:ea typeface="Arial Unicode MS"/>
                        </a:defRPr>
                      </a:lvl5pPr>
                      <a:lvl6pPr marL="2286000" algn="l" defTabSz="914400" rtl="0" eaLnBrk="1" latinLnBrk="0" hangingPunct="1">
                        <a:defRPr sz="1800" kern="1200">
                          <a:solidFill>
                            <a:schemeClr val="tx1"/>
                          </a:solidFill>
                          <a:latin typeface="Segoe UI Semilight"/>
                          <a:ea typeface="Arial Unicode MS"/>
                        </a:defRPr>
                      </a:lvl6pPr>
                      <a:lvl7pPr marL="2743200" algn="l" defTabSz="914400" rtl="0" eaLnBrk="1" latinLnBrk="0" hangingPunct="1">
                        <a:defRPr sz="1800" kern="1200">
                          <a:solidFill>
                            <a:schemeClr val="tx1"/>
                          </a:solidFill>
                          <a:latin typeface="Segoe UI Semilight"/>
                          <a:ea typeface="Arial Unicode MS"/>
                        </a:defRPr>
                      </a:lvl7pPr>
                      <a:lvl8pPr marL="3200400" algn="l" defTabSz="914400" rtl="0" eaLnBrk="1" latinLnBrk="0" hangingPunct="1">
                        <a:defRPr sz="1800" kern="1200">
                          <a:solidFill>
                            <a:schemeClr val="tx1"/>
                          </a:solidFill>
                          <a:latin typeface="Segoe UI Semilight"/>
                          <a:ea typeface="Arial Unicode MS"/>
                        </a:defRPr>
                      </a:lvl8pPr>
                      <a:lvl9pPr marL="3657600" algn="l" defTabSz="914400" rtl="0" eaLnBrk="1" latinLnBrk="0" hangingPunct="1">
                        <a:defRPr sz="1800" kern="1200">
                          <a:solidFill>
                            <a:schemeClr val="tx1"/>
                          </a:solidFill>
                          <a:latin typeface="Segoe UI Semilight"/>
                          <a:ea typeface="Arial Unicode MS"/>
                        </a:defRPr>
                      </a:lvl9pPr>
                    </a:lstStyle>
                    <a:p>
                      <a:pPr marR="228600" algn="r">
                        <a:spcAft>
                          <a:spcPts val="0"/>
                        </a:spcAft>
                        <a:tabLst>
                          <a:tab pos="355600" algn="l"/>
                          <a:tab pos="457200" algn="l"/>
                          <a:tab pos="711200" algn="l"/>
                          <a:tab pos="1066800" algn="l"/>
                          <a:tab pos="1778000" algn="l"/>
                          <a:tab pos="2133600" algn="l"/>
                          <a:tab pos="2489200" algn="l"/>
                          <a:tab pos="2844800" algn="l"/>
                          <a:tab pos="3200400" algn="l"/>
                          <a:tab pos="3556000" algn="l"/>
                          <a:tab pos="3911600" algn="l"/>
                          <a:tab pos="4267200" algn="l"/>
                          <a:tab pos="457200" algn="l"/>
                        </a:tabLst>
                      </a:pPr>
                      <a:r>
                        <a:rPr lang="en-US" sz="1400" kern="1200" dirty="0" smtClean="0">
                          <a:solidFill>
                            <a:schemeClr val="tx1"/>
                          </a:solidFill>
                          <a:latin typeface="+mn-lt"/>
                          <a:ea typeface="Times New Roman"/>
                          <a:cs typeface="Times New Roman"/>
                        </a:rPr>
                        <a:t>15</a:t>
                      </a:r>
                      <a:endParaRPr lang="en-US" sz="1400" kern="1200" dirty="0">
                        <a:solidFill>
                          <a:schemeClr val="tx1"/>
                        </a:solidFill>
                        <a:latin typeface="+mn-lt"/>
                        <a:ea typeface="Times New Roman"/>
                        <a:cs typeface="Times New Roman"/>
                      </a:endParaRPr>
                    </a:p>
                  </a:txBody>
                  <a:tcPr marL="68580" marR="68580" marT="0" marB="0">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952996891"/>
                  </a:ext>
                </a:extLst>
              </a:tr>
              <a:tr h="435730">
                <a:tc>
                  <a:txBody>
                    <a:bodyPr/>
                    <a:lstStyle>
                      <a:lvl1pPr marL="0" algn="l" defTabSz="914400" rtl="0" eaLnBrk="1" latinLnBrk="0" hangingPunct="1">
                        <a:defRPr sz="1800" kern="1200">
                          <a:solidFill>
                            <a:schemeClr val="tx1"/>
                          </a:solidFill>
                          <a:latin typeface="Segoe UI Semilight"/>
                          <a:ea typeface="Arial Unicode MS"/>
                        </a:defRPr>
                      </a:lvl1pPr>
                      <a:lvl2pPr marL="457200" algn="l" defTabSz="914400" rtl="0" eaLnBrk="1" latinLnBrk="0" hangingPunct="1">
                        <a:defRPr sz="1800" kern="1200">
                          <a:solidFill>
                            <a:schemeClr val="tx1"/>
                          </a:solidFill>
                          <a:latin typeface="Segoe UI Semilight"/>
                          <a:ea typeface="Arial Unicode MS"/>
                        </a:defRPr>
                      </a:lvl2pPr>
                      <a:lvl3pPr marL="914400" algn="l" defTabSz="914400" rtl="0" eaLnBrk="1" latinLnBrk="0" hangingPunct="1">
                        <a:defRPr sz="1800" kern="1200">
                          <a:solidFill>
                            <a:schemeClr val="tx1"/>
                          </a:solidFill>
                          <a:latin typeface="Segoe UI Semilight"/>
                          <a:ea typeface="Arial Unicode MS"/>
                        </a:defRPr>
                      </a:lvl3pPr>
                      <a:lvl4pPr marL="1371600" algn="l" defTabSz="914400" rtl="0" eaLnBrk="1" latinLnBrk="0" hangingPunct="1">
                        <a:defRPr sz="1800" kern="1200">
                          <a:solidFill>
                            <a:schemeClr val="tx1"/>
                          </a:solidFill>
                          <a:latin typeface="Segoe UI Semilight"/>
                          <a:ea typeface="Arial Unicode MS"/>
                        </a:defRPr>
                      </a:lvl4pPr>
                      <a:lvl5pPr marL="1828800" algn="l" defTabSz="914400" rtl="0" eaLnBrk="1" latinLnBrk="0" hangingPunct="1">
                        <a:defRPr sz="1800" kern="1200">
                          <a:solidFill>
                            <a:schemeClr val="tx1"/>
                          </a:solidFill>
                          <a:latin typeface="Segoe UI Semilight"/>
                          <a:ea typeface="Arial Unicode MS"/>
                        </a:defRPr>
                      </a:lvl5pPr>
                      <a:lvl6pPr marL="2286000" algn="l" defTabSz="914400" rtl="0" eaLnBrk="1" latinLnBrk="0" hangingPunct="1">
                        <a:defRPr sz="1800" kern="1200">
                          <a:solidFill>
                            <a:schemeClr val="tx1"/>
                          </a:solidFill>
                          <a:latin typeface="Segoe UI Semilight"/>
                          <a:ea typeface="Arial Unicode MS"/>
                        </a:defRPr>
                      </a:lvl6pPr>
                      <a:lvl7pPr marL="2743200" algn="l" defTabSz="914400" rtl="0" eaLnBrk="1" latinLnBrk="0" hangingPunct="1">
                        <a:defRPr sz="1800" kern="1200">
                          <a:solidFill>
                            <a:schemeClr val="tx1"/>
                          </a:solidFill>
                          <a:latin typeface="Segoe UI Semilight"/>
                          <a:ea typeface="Arial Unicode MS"/>
                        </a:defRPr>
                      </a:lvl7pPr>
                      <a:lvl8pPr marL="3200400" algn="l" defTabSz="914400" rtl="0" eaLnBrk="1" latinLnBrk="0" hangingPunct="1">
                        <a:defRPr sz="1800" kern="1200">
                          <a:solidFill>
                            <a:schemeClr val="tx1"/>
                          </a:solidFill>
                          <a:latin typeface="Segoe UI Semilight"/>
                          <a:ea typeface="Arial Unicode MS"/>
                        </a:defRPr>
                      </a:lvl8pPr>
                      <a:lvl9pPr marL="3657600" algn="l" defTabSz="914400" rtl="0" eaLnBrk="1" latinLnBrk="0" hangingPunct="1">
                        <a:defRPr sz="1800" kern="1200">
                          <a:solidFill>
                            <a:schemeClr val="tx1"/>
                          </a:solidFill>
                          <a:latin typeface="Segoe UI Semilight"/>
                          <a:ea typeface="Arial Unicode MS"/>
                        </a:defRPr>
                      </a:lvl9pPr>
                    </a:lstStyle>
                    <a:p>
                      <a:pPr marL="0" marR="228600" indent="0" algn="just" defTabSz="914400" rtl="0" eaLnBrk="1" fontAlgn="auto" latinLnBrk="0" hangingPunct="1">
                        <a:lnSpc>
                          <a:spcPct val="100000"/>
                        </a:lnSpc>
                        <a:spcBef>
                          <a:spcPts val="0"/>
                        </a:spcBef>
                        <a:spcAft>
                          <a:spcPts val="0"/>
                        </a:spcAft>
                        <a:buClrTx/>
                        <a:buSzTx/>
                        <a:buFontTx/>
                        <a:buNone/>
                        <a:tabLst>
                          <a:tab pos="355600" algn="l"/>
                          <a:tab pos="457200" algn="l"/>
                          <a:tab pos="711200" algn="l"/>
                          <a:tab pos="1066800" algn="l"/>
                          <a:tab pos="1778000" algn="l"/>
                          <a:tab pos="2133600" algn="l"/>
                          <a:tab pos="2489200" algn="l"/>
                          <a:tab pos="2844800" algn="l"/>
                          <a:tab pos="3200400" algn="l"/>
                          <a:tab pos="3556000" algn="l"/>
                          <a:tab pos="3911600" algn="l"/>
                          <a:tab pos="4267200" algn="l"/>
                          <a:tab pos="457200" algn="l"/>
                        </a:tabLst>
                        <a:defRPr/>
                      </a:pPr>
                      <a:endParaRPr lang="en-US" sz="1400" kern="1200" dirty="0">
                        <a:solidFill>
                          <a:schemeClr val="tx1"/>
                        </a:solidFill>
                        <a:latin typeface="+mn-lt"/>
                        <a:ea typeface="Times New Roman"/>
                        <a:cs typeface="Times New Roman"/>
                      </a:endParaRPr>
                    </a:p>
                  </a:txBody>
                  <a:tcPr marL="56235" marR="56235" marT="0"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Segoe UI Semilight"/>
                          <a:ea typeface="Arial Unicode MS"/>
                        </a:defRPr>
                      </a:lvl1pPr>
                      <a:lvl2pPr marL="457200" algn="l" defTabSz="914400" rtl="0" eaLnBrk="1" latinLnBrk="0" hangingPunct="1">
                        <a:defRPr sz="1800" kern="1200">
                          <a:solidFill>
                            <a:schemeClr val="tx1"/>
                          </a:solidFill>
                          <a:latin typeface="Segoe UI Semilight"/>
                          <a:ea typeface="Arial Unicode MS"/>
                        </a:defRPr>
                      </a:lvl2pPr>
                      <a:lvl3pPr marL="914400" algn="l" defTabSz="914400" rtl="0" eaLnBrk="1" latinLnBrk="0" hangingPunct="1">
                        <a:defRPr sz="1800" kern="1200">
                          <a:solidFill>
                            <a:schemeClr val="tx1"/>
                          </a:solidFill>
                          <a:latin typeface="Segoe UI Semilight"/>
                          <a:ea typeface="Arial Unicode MS"/>
                        </a:defRPr>
                      </a:lvl3pPr>
                      <a:lvl4pPr marL="1371600" algn="l" defTabSz="914400" rtl="0" eaLnBrk="1" latinLnBrk="0" hangingPunct="1">
                        <a:defRPr sz="1800" kern="1200">
                          <a:solidFill>
                            <a:schemeClr val="tx1"/>
                          </a:solidFill>
                          <a:latin typeface="Segoe UI Semilight"/>
                          <a:ea typeface="Arial Unicode MS"/>
                        </a:defRPr>
                      </a:lvl4pPr>
                      <a:lvl5pPr marL="1828800" algn="l" defTabSz="914400" rtl="0" eaLnBrk="1" latinLnBrk="0" hangingPunct="1">
                        <a:defRPr sz="1800" kern="1200">
                          <a:solidFill>
                            <a:schemeClr val="tx1"/>
                          </a:solidFill>
                          <a:latin typeface="Segoe UI Semilight"/>
                          <a:ea typeface="Arial Unicode MS"/>
                        </a:defRPr>
                      </a:lvl5pPr>
                      <a:lvl6pPr marL="2286000" algn="l" defTabSz="914400" rtl="0" eaLnBrk="1" latinLnBrk="0" hangingPunct="1">
                        <a:defRPr sz="1800" kern="1200">
                          <a:solidFill>
                            <a:schemeClr val="tx1"/>
                          </a:solidFill>
                          <a:latin typeface="Segoe UI Semilight"/>
                          <a:ea typeface="Arial Unicode MS"/>
                        </a:defRPr>
                      </a:lvl6pPr>
                      <a:lvl7pPr marL="2743200" algn="l" defTabSz="914400" rtl="0" eaLnBrk="1" latinLnBrk="0" hangingPunct="1">
                        <a:defRPr sz="1800" kern="1200">
                          <a:solidFill>
                            <a:schemeClr val="tx1"/>
                          </a:solidFill>
                          <a:latin typeface="Segoe UI Semilight"/>
                          <a:ea typeface="Arial Unicode MS"/>
                        </a:defRPr>
                      </a:lvl7pPr>
                      <a:lvl8pPr marL="3200400" algn="l" defTabSz="914400" rtl="0" eaLnBrk="1" latinLnBrk="0" hangingPunct="1">
                        <a:defRPr sz="1800" kern="1200">
                          <a:solidFill>
                            <a:schemeClr val="tx1"/>
                          </a:solidFill>
                          <a:latin typeface="Segoe UI Semilight"/>
                          <a:ea typeface="Arial Unicode MS"/>
                        </a:defRPr>
                      </a:lvl8pPr>
                      <a:lvl9pPr marL="3657600" algn="l" defTabSz="914400" rtl="0" eaLnBrk="1" latinLnBrk="0" hangingPunct="1">
                        <a:defRPr sz="1800" kern="1200">
                          <a:solidFill>
                            <a:schemeClr val="tx1"/>
                          </a:solidFill>
                          <a:latin typeface="Segoe UI Semilight"/>
                          <a:ea typeface="Arial Unicode MS"/>
                        </a:defRPr>
                      </a:lvl9pPr>
                    </a:lstStyle>
                    <a:p>
                      <a:pPr marL="0" marR="228600" algn="r" defTabSz="914400" rtl="0" eaLnBrk="1" latinLnBrk="0" hangingPunct="1">
                        <a:spcAft>
                          <a:spcPts val="0"/>
                        </a:spcAft>
                        <a:tabLst>
                          <a:tab pos="355600" algn="l"/>
                          <a:tab pos="457200" algn="l"/>
                          <a:tab pos="711200" algn="l"/>
                          <a:tab pos="1066800" algn="l"/>
                          <a:tab pos="1778000" algn="l"/>
                          <a:tab pos="2133600" algn="l"/>
                          <a:tab pos="2489200" algn="l"/>
                          <a:tab pos="2844800" algn="l"/>
                          <a:tab pos="3200400" algn="l"/>
                          <a:tab pos="3556000" algn="l"/>
                          <a:tab pos="3911600" algn="l"/>
                          <a:tab pos="4267200" algn="l"/>
                          <a:tab pos="457200" algn="l"/>
                        </a:tabLst>
                      </a:pPr>
                      <a:endParaRPr lang="en-US" sz="1400" kern="1200" dirty="0">
                        <a:solidFill>
                          <a:schemeClr val="tx1"/>
                        </a:solidFill>
                        <a:latin typeface="+mn-lt"/>
                        <a:ea typeface="Times New Roman"/>
                        <a:cs typeface="Times New Roman"/>
                      </a:endParaRPr>
                    </a:p>
                  </a:txBody>
                  <a:tcPr marL="68580" marR="68580" marT="0" marB="0">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2514087644"/>
                  </a:ext>
                </a:extLst>
              </a:tr>
              <a:tr h="435730">
                <a:tc>
                  <a:txBody>
                    <a:bodyPr/>
                    <a:lstStyle>
                      <a:lvl1pPr marL="0" algn="l" defTabSz="914400" rtl="0" eaLnBrk="1" latinLnBrk="0" hangingPunct="1">
                        <a:defRPr sz="1800" kern="1200">
                          <a:solidFill>
                            <a:schemeClr val="tx1"/>
                          </a:solidFill>
                          <a:latin typeface="Segoe UI Semilight"/>
                          <a:ea typeface="Arial Unicode MS"/>
                        </a:defRPr>
                      </a:lvl1pPr>
                      <a:lvl2pPr marL="457200" algn="l" defTabSz="914400" rtl="0" eaLnBrk="1" latinLnBrk="0" hangingPunct="1">
                        <a:defRPr sz="1800" kern="1200">
                          <a:solidFill>
                            <a:schemeClr val="tx1"/>
                          </a:solidFill>
                          <a:latin typeface="Segoe UI Semilight"/>
                          <a:ea typeface="Arial Unicode MS"/>
                        </a:defRPr>
                      </a:lvl2pPr>
                      <a:lvl3pPr marL="914400" algn="l" defTabSz="914400" rtl="0" eaLnBrk="1" latinLnBrk="0" hangingPunct="1">
                        <a:defRPr sz="1800" kern="1200">
                          <a:solidFill>
                            <a:schemeClr val="tx1"/>
                          </a:solidFill>
                          <a:latin typeface="Segoe UI Semilight"/>
                          <a:ea typeface="Arial Unicode MS"/>
                        </a:defRPr>
                      </a:lvl3pPr>
                      <a:lvl4pPr marL="1371600" algn="l" defTabSz="914400" rtl="0" eaLnBrk="1" latinLnBrk="0" hangingPunct="1">
                        <a:defRPr sz="1800" kern="1200">
                          <a:solidFill>
                            <a:schemeClr val="tx1"/>
                          </a:solidFill>
                          <a:latin typeface="Segoe UI Semilight"/>
                          <a:ea typeface="Arial Unicode MS"/>
                        </a:defRPr>
                      </a:lvl4pPr>
                      <a:lvl5pPr marL="1828800" algn="l" defTabSz="914400" rtl="0" eaLnBrk="1" latinLnBrk="0" hangingPunct="1">
                        <a:defRPr sz="1800" kern="1200">
                          <a:solidFill>
                            <a:schemeClr val="tx1"/>
                          </a:solidFill>
                          <a:latin typeface="Segoe UI Semilight"/>
                          <a:ea typeface="Arial Unicode MS"/>
                        </a:defRPr>
                      </a:lvl5pPr>
                      <a:lvl6pPr marL="2286000" algn="l" defTabSz="914400" rtl="0" eaLnBrk="1" latinLnBrk="0" hangingPunct="1">
                        <a:defRPr sz="1800" kern="1200">
                          <a:solidFill>
                            <a:schemeClr val="tx1"/>
                          </a:solidFill>
                          <a:latin typeface="Segoe UI Semilight"/>
                          <a:ea typeface="Arial Unicode MS"/>
                        </a:defRPr>
                      </a:lvl6pPr>
                      <a:lvl7pPr marL="2743200" algn="l" defTabSz="914400" rtl="0" eaLnBrk="1" latinLnBrk="0" hangingPunct="1">
                        <a:defRPr sz="1800" kern="1200">
                          <a:solidFill>
                            <a:schemeClr val="tx1"/>
                          </a:solidFill>
                          <a:latin typeface="Segoe UI Semilight"/>
                          <a:ea typeface="Arial Unicode MS"/>
                        </a:defRPr>
                      </a:lvl7pPr>
                      <a:lvl8pPr marL="3200400" algn="l" defTabSz="914400" rtl="0" eaLnBrk="1" latinLnBrk="0" hangingPunct="1">
                        <a:defRPr sz="1800" kern="1200">
                          <a:solidFill>
                            <a:schemeClr val="tx1"/>
                          </a:solidFill>
                          <a:latin typeface="Segoe UI Semilight"/>
                          <a:ea typeface="Arial Unicode MS"/>
                        </a:defRPr>
                      </a:lvl8pPr>
                      <a:lvl9pPr marL="3657600" algn="l" defTabSz="914400" rtl="0" eaLnBrk="1" latinLnBrk="0" hangingPunct="1">
                        <a:defRPr sz="1800" kern="1200">
                          <a:solidFill>
                            <a:schemeClr val="tx1"/>
                          </a:solidFill>
                          <a:latin typeface="Segoe UI Semilight"/>
                          <a:ea typeface="Arial Unicode MS"/>
                        </a:defRPr>
                      </a:lvl9pPr>
                    </a:lstStyle>
                    <a:p>
                      <a:pPr marL="0" marR="228600" indent="0" algn="just" defTabSz="914400" rtl="0" eaLnBrk="1" fontAlgn="auto" latinLnBrk="0" hangingPunct="1">
                        <a:lnSpc>
                          <a:spcPct val="100000"/>
                        </a:lnSpc>
                        <a:spcBef>
                          <a:spcPts val="0"/>
                        </a:spcBef>
                        <a:spcAft>
                          <a:spcPts val="0"/>
                        </a:spcAft>
                        <a:buClrTx/>
                        <a:buSzTx/>
                        <a:buFontTx/>
                        <a:buNone/>
                        <a:tabLst>
                          <a:tab pos="355600" algn="l"/>
                          <a:tab pos="457200" algn="l"/>
                          <a:tab pos="711200" algn="l"/>
                          <a:tab pos="1066800" algn="l"/>
                          <a:tab pos="1778000" algn="l"/>
                          <a:tab pos="2133600" algn="l"/>
                          <a:tab pos="2489200" algn="l"/>
                          <a:tab pos="2844800" algn="l"/>
                          <a:tab pos="3200400" algn="l"/>
                          <a:tab pos="3556000" algn="l"/>
                          <a:tab pos="3911600" algn="l"/>
                          <a:tab pos="4267200" algn="l"/>
                          <a:tab pos="457200" algn="l"/>
                        </a:tabLst>
                        <a:defRPr/>
                      </a:pPr>
                      <a:endParaRPr lang="en-US" sz="1400" kern="1200" dirty="0">
                        <a:solidFill>
                          <a:schemeClr val="tx1"/>
                        </a:solidFill>
                        <a:latin typeface="+mn-lt"/>
                        <a:ea typeface="Times New Roman"/>
                        <a:cs typeface="Times New Roman"/>
                      </a:endParaRPr>
                    </a:p>
                  </a:txBody>
                  <a:tcPr marL="56235" marR="56235" marT="0"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Segoe UI Semilight"/>
                          <a:ea typeface="Arial Unicode MS"/>
                        </a:defRPr>
                      </a:lvl1pPr>
                      <a:lvl2pPr marL="457200" algn="l" defTabSz="914400" rtl="0" eaLnBrk="1" latinLnBrk="0" hangingPunct="1">
                        <a:defRPr sz="1800" kern="1200">
                          <a:solidFill>
                            <a:schemeClr val="tx1"/>
                          </a:solidFill>
                          <a:latin typeface="Segoe UI Semilight"/>
                          <a:ea typeface="Arial Unicode MS"/>
                        </a:defRPr>
                      </a:lvl2pPr>
                      <a:lvl3pPr marL="914400" algn="l" defTabSz="914400" rtl="0" eaLnBrk="1" latinLnBrk="0" hangingPunct="1">
                        <a:defRPr sz="1800" kern="1200">
                          <a:solidFill>
                            <a:schemeClr val="tx1"/>
                          </a:solidFill>
                          <a:latin typeface="Segoe UI Semilight"/>
                          <a:ea typeface="Arial Unicode MS"/>
                        </a:defRPr>
                      </a:lvl3pPr>
                      <a:lvl4pPr marL="1371600" algn="l" defTabSz="914400" rtl="0" eaLnBrk="1" latinLnBrk="0" hangingPunct="1">
                        <a:defRPr sz="1800" kern="1200">
                          <a:solidFill>
                            <a:schemeClr val="tx1"/>
                          </a:solidFill>
                          <a:latin typeface="Segoe UI Semilight"/>
                          <a:ea typeface="Arial Unicode MS"/>
                        </a:defRPr>
                      </a:lvl4pPr>
                      <a:lvl5pPr marL="1828800" algn="l" defTabSz="914400" rtl="0" eaLnBrk="1" latinLnBrk="0" hangingPunct="1">
                        <a:defRPr sz="1800" kern="1200">
                          <a:solidFill>
                            <a:schemeClr val="tx1"/>
                          </a:solidFill>
                          <a:latin typeface="Segoe UI Semilight"/>
                          <a:ea typeface="Arial Unicode MS"/>
                        </a:defRPr>
                      </a:lvl5pPr>
                      <a:lvl6pPr marL="2286000" algn="l" defTabSz="914400" rtl="0" eaLnBrk="1" latinLnBrk="0" hangingPunct="1">
                        <a:defRPr sz="1800" kern="1200">
                          <a:solidFill>
                            <a:schemeClr val="tx1"/>
                          </a:solidFill>
                          <a:latin typeface="Segoe UI Semilight"/>
                          <a:ea typeface="Arial Unicode MS"/>
                        </a:defRPr>
                      </a:lvl6pPr>
                      <a:lvl7pPr marL="2743200" algn="l" defTabSz="914400" rtl="0" eaLnBrk="1" latinLnBrk="0" hangingPunct="1">
                        <a:defRPr sz="1800" kern="1200">
                          <a:solidFill>
                            <a:schemeClr val="tx1"/>
                          </a:solidFill>
                          <a:latin typeface="Segoe UI Semilight"/>
                          <a:ea typeface="Arial Unicode MS"/>
                        </a:defRPr>
                      </a:lvl7pPr>
                      <a:lvl8pPr marL="3200400" algn="l" defTabSz="914400" rtl="0" eaLnBrk="1" latinLnBrk="0" hangingPunct="1">
                        <a:defRPr sz="1800" kern="1200">
                          <a:solidFill>
                            <a:schemeClr val="tx1"/>
                          </a:solidFill>
                          <a:latin typeface="Segoe UI Semilight"/>
                          <a:ea typeface="Arial Unicode MS"/>
                        </a:defRPr>
                      </a:lvl8pPr>
                      <a:lvl9pPr marL="3657600" algn="l" defTabSz="914400" rtl="0" eaLnBrk="1" latinLnBrk="0" hangingPunct="1">
                        <a:defRPr sz="1800" kern="1200">
                          <a:solidFill>
                            <a:schemeClr val="tx1"/>
                          </a:solidFill>
                          <a:latin typeface="Segoe UI Semilight"/>
                          <a:ea typeface="Arial Unicode MS"/>
                        </a:defRPr>
                      </a:lvl9pPr>
                    </a:lstStyle>
                    <a:p>
                      <a:pPr marL="0" marR="228600" algn="r" defTabSz="914400" rtl="0" eaLnBrk="1" latinLnBrk="0" hangingPunct="1">
                        <a:spcAft>
                          <a:spcPts val="0"/>
                        </a:spcAft>
                        <a:tabLst>
                          <a:tab pos="355600" algn="l"/>
                          <a:tab pos="457200" algn="l"/>
                          <a:tab pos="711200" algn="l"/>
                          <a:tab pos="1066800" algn="l"/>
                          <a:tab pos="1778000" algn="l"/>
                          <a:tab pos="2133600" algn="l"/>
                          <a:tab pos="2489200" algn="l"/>
                          <a:tab pos="2844800" algn="l"/>
                          <a:tab pos="3200400" algn="l"/>
                          <a:tab pos="3556000" algn="l"/>
                          <a:tab pos="3911600" algn="l"/>
                          <a:tab pos="4267200" algn="l"/>
                          <a:tab pos="457200" algn="l"/>
                        </a:tabLst>
                      </a:pPr>
                      <a:endParaRPr lang="en-US" sz="1400" kern="1200" dirty="0">
                        <a:solidFill>
                          <a:schemeClr val="tx1"/>
                        </a:solidFill>
                        <a:latin typeface="+mn-lt"/>
                        <a:ea typeface="Times New Roman"/>
                        <a:cs typeface="Times New Roman"/>
                      </a:endParaRPr>
                    </a:p>
                  </a:txBody>
                  <a:tcPr marL="68580" marR="68580" marT="0" marB="0">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2072387664"/>
                  </a:ext>
                </a:extLst>
              </a:tr>
              <a:tr h="435730">
                <a:tc>
                  <a:txBody>
                    <a:bodyPr/>
                    <a:lstStyle>
                      <a:lvl1pPr marL="0" algn="l" defTabSz="914400" rtl="0" eaLnBrk="1" latinLnBrk="0" hangingPunct="1">
                        <a:defRPr sz="1800" kern="1200">
                          <a:solidFill>
                            <a:schemeClr val="tx1"/>
                          </a:solidFill>
                          <a:latin typeface="Segoe UI Semilight"/>
                          <a:ea typeface="Arial Unicode MS"/>
                        </a:defRPr>
                      </a:lvl1pPr>
                      <a:lvl2pPr marL="457200" algn="l" defTabSz="914400" rtl="0" eaLnBrk="1" latinLnBrk="0" hangingPunct="1">
                        <a:defRPr sz="1800" kern="1200">
                          <a:solidFill>
                            <a:schemeClr val="tx1"/>
                          </a:solidFill>
                          <a:latin typeface="Segoe UI Semilight"/>
                          <a:ea typeface="Arial Unicode MS"/>
                        </a:defRPr>
                      </a:lvl2pPr>
                      <a:lvl3pPr marL="914400" algn="l" defTabSz="914400" rtl="0" eaLnBrk="1" latinLnBrk="0" hangingPunct="1">
                        <a:defRPr sz="1800" kern="1200">
                          <a:solidFill>
                            <a:schemeClr val="tx1"/>
                          </a:solidFill>
                          <a:latin typeface="Segoe UI Semilight"/>
                          <a:ea typeface="Arial Unicode MS"/>
                        </a:defRPr>
                      </a:lvl3pPr>
                      <a:lvl4pPr marL="1371600" algn="l" defTabSz="914400" rtl="0" eaLnBrk="1" latinLnBrk="0" hangingPunct="1">
                        <a:defRPr sz="1800" kern="1200">
                          <a:solidFill>
                            <a:schemeClr val="tx1"/>
                          </a:solidFill>
                          <a:latin typeface="Segoe UI Semilight"/>
                          <a:ea typeface="Arial Unicode MS"/>
                        </a:defRPr>
                      </a:lvl4pPr>
                      <a:lvl5pPr marL="1828800" algn="l" defTabSz="914400" rtl="0" eaLnBrk="1" latinLnBrk="0" hangingPunct="1">
                        <a:defRPr sz="1800" kern="1200">
                          <a:solidFill>
                            <a:schemeClr val="tx1"/>
                          </a:solidFill>
                          <a:latin typeface="Segoe UI Semilight"/>
                          <a:ea typeface="Arial Unicode MS"/>
                        </a:defRPr>
                      </a:lvl5pPr>
                      <a:lvl6pPr marL="2286000" algn="l" defTabSz="914400" rtl="0" eaLnBrk="1" latinLnBrk="0" hangingPunct="1">
                        <a:defRPr sz="1800" kern="1200">
                          <a:solidFill>
                            <a:schemeClr val="tx1"/>
                          </a:solidFill>
                          <a:latin typeface="Segoe UI Semilight"/>
                          <a:ea typeface="Arial Unicode MS"/>
                        </a:defRPr>
                      </a:lvl6pPr>
                      <a:lvl7pPr marL="2743200" algn="l" defTabSz="914400" rtl="0" eaLnBrk="1" latinLnBrk="0" hangingPunct="1">
                        <a:defRPr sz="1800" kern="1200">
                          <a:solidFill>
                            <a:schemeClr val="tx1"/>
                          </a:solidFill>
                          <a:latin typeface="Segoe UI Semilight"/>
                          <a:ea typeface="Arial Unicode MS"/>
                        </a:defRPr>
                      </a:lvl7pPr>
                      <a:lvl8pPr marL="3200400" algn="l" defTabSz="914400" rtl="0" eaLnBrk="1" latinLnBrk="0" hangingPunct="1">
                        <a:defRPr sz="1800" kern="1200">
                          <a:solidFill>
                            <a:schemeClr val="tx1"/>
                          </a:solidFill>
                          <a:latin typeface="Segoe UI Semilight"/>
                          <a:ea typeface="Arial Unicode MS"/>
                        </a:defRPr>
                      </a:lvl8pPr>
                      <a:lvl9pPr marL="3657600" algn="l" defTabSz="914400" rtl="0" eaLnBrk="1" latinLnBrk="0" hangingPunct="1">
                        <a:defRPr sz="1800" kern="1200">
                          <a:solidFill>
                            <a:schemeClr val="tx1"/>
                          </a:solidFill>
                          <a:latin typeface="Segoe UI Semilight"/>
                          <a:ea typeface="Arial Unicode MS"/>
                        </a:defRPr>
                      </a:lvl9pPr>
                    </a:lstStyle>
                    <a:p>
                      <a:pPr marL="0" marR="228600" lvl="0" indent="0" algn="just" defTabSz="914400" rtl="0" eaLnBrk="1" fontAlgn="auto" latinLnBrk="0" hangingPunct="1">
                        <a:lnSpc>
                          <a:spcPct val="100000"/>
                        </a:lnSpc>
                        <a:spcBef>
                          <a:spcPts val="0"/>
                        </a:spcBef>
                        <a:spcAft>
                          <a:spcPts val="0"/>
                        </a:spcAft>
                        <a:buClrTx/>
                        <a:buSzTx/>
                        <a:buFontTx/>
                        <a:buNone/>
                        <a:tabLst>
                          <a:tab pos="355600" algn="l"/>
                          <a:tab pos="457200" algn="l"/>
                          <a:tab pos="711200" algn="l"/>
                          <a:tab pos="1066800" algn="l"/>
                          <a:tab pos="1778000" algn="l"/>
                          <a:tab pos="2133600" algn="l"/>
                          <a:tab pos="2489200" algn="l"/>
                          <a:tab pos="2844800" algn="l"/>
                          <a:tab pos="3200400" algn="l"/>
                          <a:tab pos="3556000" algn="l"/>
                          <a:tab pos="3911600" algn="l"/>
                          <a:tab pos="4267200" algn="l"/>
                          <a:tab pos="457200" algn="l"/>
                        </a:tabLst>
                        <a:defRPr/>
                      </a:pPr>
                      <a:endParaRPr lang="en-US" sz="1400" kern="1200" dirty="0">
                        <a:solidFill>
                          <a:schemeClr val="tx1"/>
                        </a:solidFill>
                        <a:latin typeface="+mn-lt"/>
                        <a:ea typeface="Times New Roman"/>
                        <a:cs typeface="Times New Roman"/>
                      </a:endParaRPr>
                    </a:p>
                  </a:txBody>
                  <a:tcPr marL="56235" marR="56235" marT="0"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Segoe UI Semilight"/>
                          <a:ea typeface="Arial Unicode MS"/>
                        </a:defRPr>
                      </a:lvl1pPr>
                      <a:lvl2pPr marL="457200" algn="l" defTabSz="914400" rtl="0" eaLnBrk="1" latinLnBrk="0" hangingPunct="1">
                        <a:defRPr sz="1800" kern="1200">
                          <a:solidFill>
                            <a:schemeClr val="tx1"/>
                          </a:solidFill>
                          <a:latin typeface="Segoe UI Semilight"/>
                          <a:ea typeface="Arial Unicode MS"/>
                        </a:defRPr>
                      </a:lvl2pPr>
                      <a:lvl3pPr marL="914400" algn="l" defTabSz="914400" rtl="0" eaLnBrk="1" latinLnBrk="0" hangingPunct="1">
                        <a:defRPr sz="1800" kern="1200">
                          <a:solidFill>
                            <a:schemeClr val="tx1"/>
                          </a:solidFill>
                          <a:latin typeface="Segoe UI Semilight"/>
                          <a:ea typeface="Arial Unicode MS"/>
                        </a:defRPr>
                      </a:lvl3pPr>
                      <a:lvl4pPr marL="1371600" algn="l" defTabSz="914400" rtl="0" eaLnBrk="1" latinLnBrk="0" hangingPunct="1">
                        <a:defRPr sz="1800" kern="1200">
                          <a:solidFill>
                            <a:schemeClr val="tx1"/>
                          </a:solidFill>
                          <a:latin typeface="Segoe UI Semilight"/>
                          <a:ea typeface="Arial Unicode MS"/>
                        </a:defRPr>
                      </a:lvl4pPr>
                      <a:lvl5pPr marL="1828800" algn="l" defTabSz="914400" rtl="0" eaLnBrk="1" latinLnBrk="0" hangingPunct="1">
                        <a:defRPr sz="1800" kern="1200">
                          <a:solidFill>
                            <a:schemeClr val="tx1"/>
                          </a:solidFill>
                          <a:latin typeface="Segoe UI Semilight"/>
                          <a:ea typeface="Arial Unicode MS"/>
                        </a:defRPr>
                      </a:lvl5pPr>
                      <a:lvl6pPr marL="2286000" algn="l" defTabSz="914400" rtl="0" eaLnBrk="1" latinLnBrk="0" hangingPunct="1">
                        <a:defRPr sz="1800" kern="1200">
                          <a:solidFill>
                            <a:schemeClr val="tx1"/>
                          </a:solidFill>
                          <a:latin typeface="Segoe UI Semilight"/>
                          <a:ea typeface="Arial Unicode MS"/>
                        </a:defRPr>
                      </a:lvl6pPr>
                      <a:lvl7pPr marL="2743200" algn="l" defTabSz="914400" rtl="0" eaLnBrk="1" latinLnBrk="0" hangingPunct="1">
                        <a:defRPr sz="1800" kern="1200">
                          <a:solidFill>
                            <a:schemeClr val="tx1"/>
                          </a:solidFill>
                          <a:latin typeface="Segoe UI Semilight"/>
                          <a:ea typeface="Arial Unicode MS"/>
                        </a:defRPr>
                      </a:lvl7pPr>
                      <a:lvl8pPr marL="3200400" algn="l" defTabSz="914400" rtl="0" eaLnBrk="1" latinLnBrk="0" hangingPunct="1">
                        <a:defRPr sz="1800" kern="1200">
                          <a:solidFill>
                            <a:schemeClr val="tx1"/>
                          </a:solidFill>
                          <a:latin typeface="Segoe UI Semilight"/>
                          <a:ea typeface="Arial Unicode MS"/>
                        </a:defRPr>
                      </a:lvl8pPr>
                      <a:lvl9pPr marL="3657600" algn="l" defTabSz="914400" rtl="0" eaLnBrk="1" latinLnBrk="0" hangingPunct="1">
                        <a:defRPr sz="1800" kern="1200">
                          <a:solidFill>
                            <a:schemeClr val="tx1"/>
                          </a:solidFill>
                          <a:latin typeface="Segoe UI Semilight"/>
                          <a:ea typeface="Arial Unicode MS"/>
                        </a:defRPr>
                      </a:lvl9pPr>
                    </a:lstStyle>
                    <a:p>
                      <a:pPr marL="0" marR="228600" algn="r" defTabSz="914400" rtl="0" eaLnBrk="1" latinLnBrk="0" hangingPunct="1">
                        <a:spcAft>
                          <a:spcPts val="0"/>
                        </a:spcAft>
                        <a:tabLst>
                          <a:tab pos="355600" algn="l"/>
                          <a:tab pos="457200" algn="l"/>
                          <a:tab pos="711200" algn="l"/>
                          <a:tab pos="1066800" algn="l"/>
                          <a:tab pos="1778000" algn="l"/>
                          <a:tab pos="2133600" algn="l"/>
                          <a:tab pos="2489200" algn="l"/>
                          <a:tab pos="2844800" algn="l"/>
                          <a:tab pos="3200400" algn="l"/>
                          <a:tab pos="3556000" algn="l"/>
                          <a:tab pos="3911600" algn="l"/>
                          <a:tab pos="4267200" algn="l"/>
                          <a:tab pos="457200" algn="l"/>
                        </a:tabLst>
                      </a:pPr>
                      <a:endParaRPr lang="en-US" sz="1400" kern="1200" dirty="0">
                        <a:solidFill>
                          <a:schemeClr val="tx1"/>
                        </a:solidFill>
                        <a:latin typeface="+mn-lt"/>
                        <a:ea typeface="Times New Roman"/>
                        <a:cs typeface="Times New Roman"/>
                      </a:endParaRPr>
                    </a:p>
                  </a:txBody>
                  <a:tcPr marL="68580" marR="68580" marT="0" marB="0">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2728362722"/>
                  </a:ext>
                </a:extLst>
              </a:tr>
              <a:tr h="435730">
                <a:tc>
                  <a:txBody>
                    <a:bodyPr/>
                    <a:lstStyle>
                      <a:lvl1pPr marL="0" algn="l" defTabSz="914400" rtl="0" eaLnBrk="1" latinLnBrk="0" hangingPunct="1">
                        <a:defRPr sz="1800" kern="1200">
                          <a:solidFill>
                            <a:schemeClr val="tx1"/>
                          </a:solidFill>
                          <a:latin typeface="Segoe UI Semilight"/>
                          <a:ea typeface="Arial Unicode MS"/>
                        </a:defRPr>
                      </a:lvl1pPr>
                      <a:lvl2pPr marL="457200" algn="l" defTabSz="914400" rtl="0" eaLnBrk="1" latinLnBrk="0" hangingPunct="1">
                        <a:defRPr sz="1800" kern="1200">
                          <a:solidFill>
                            <a:schemeClr val="tx1"/>
                          </a:solidFill>
                          <a:latin typeface="Segoe UI Semilight"/>
                          <a:ea typeface="Arial Unicode MS"/>
                        </a:defRPr>
                      </a:lvl2pPr>
                      <a:lvl3pPr marL="914400" algn="l" defTabSz="914400" rtl="0" eaLnBrk="1" latinLnBrk="0" hangingPunct="1">
                        <a:defRPr sz="1800" kern="1200">
                          <a:solidFill>
                            <a:schemeClr val="tx1"/>
                          </a:solidFill>
                          <a:latin typeface="Segoe UI Semilight"/>
                          <a:ea typeface="Arial Unicode MS"/>
                        </a:defRPr>
                      </a:lvl3pPr>
                      <a:lvl4pPr marL="1371600" algn="l" defTabSz="914400" rtl="0" eaLnBrk="1" latinLnBrk="0" hangingPunct="1">
                        <a:defRPr sz="1800" kern="1200">
                          <a:solidFill>
                            <a:schemeClr val="tx1"/>
                          </a:solidFill>
                          <a:latin typeface="Segoe UI Semilight"/>
                          <a:ea typeface="Arial Unicode MS"/>
                        </a:defRPr>
                      </a:lvl4pPr>
                      <a:lvl5pPr marL="1828800" algn="l" defTabSz="914400" rtl="0" eaLnBrk="1" latinLnBrk="0" hangingPunct="1">
                        <a:defRPr sz="1800" kern="1200">
                          <a:solidFill>
                            <a:schemeClr val="tx1"/>
                          </a:solidFill>
                          <a:latin typeface="Segoe UI Semilight"/>
                          <a:ea typeface="Arial Unicode MS"/>
                        </a:defRPr>
                      </a:lvl5pPr>
                      <a:lvl6pPr marL="2286000" algn="l" defTabSz="914400" rtl="0" eaLnBrk="1" latinLnBrk="0" hangingPunct="1">
                        <a:defRPr sz="1800" kern="1200">
                          <a:solidFill>
                            <a:schemeClr val="tx1"/>
                          </a:solidFill>
                          <a:latin typeface="Segoe UI Semilight"/>
                          <a:ea typeface="Arial Unicode MS"/>
                        </a:defRPr>
                      </a:lvl6pPr>
                      <a:lvl7pPr marL="2743200" algn="l" defTabSz="914400" rtl="0" eaLnBrk="1" latinLnBrk="0" hangingPunct="1">
                        <a:defRPr sz="1800" kern="1200">
                          <a:solidFill>
                            <a:schemeClr val="tx1"/>
                          </a:solidFill>
                          <a:latin typeface="Segoe UI Semilight"/>
                          <a:ea typeface="Arial Unicode MS"/>
                        </a:defRPr>
                      </a:lvl7pPr>
                      <a:lvl8pPr marL="3200400" algn="l" defTabSz="914400" rtl="0" eaLnBrk="1" latinLnBrk="0" hangingPunct="1">
                        <a:defRPr sz="1800" kern="1200">
                          <a:solidFill>
                            <a:schemeClr val="tx1"/>
                          </a:solidFill>
                          <a:latin typeface="Segoe UI Semilight"/>
                          <a:ea typeface="Arial Unicode MS"/>
                        </a:defRPr>
                      </a:lvl8pPr>
                      <a:lvl9pPr marL="3657600" algn="l" defTabSz="914400" rtl="0" eaLnBrk="1" latinLnBrk="0" hangingPunct="1">
                        <a:defRPr sz="1800" kern="1200">
                          <a:solidFill>
                            <a:schemeClr val="tx1"/>
                          </a:solidFill>
                          <a:latin typeface="Segoe UI Semilight"/>
                          <a:ea typeface="Arial Unicode MS"/>
                        </a:defRPr>
                      </a:lvl9pPr>
                    </a:lstStyle>
                    <a:p>
                      <a:pPr marL="0" marR="228600" lvl="0" indent="0" algn="just" defTabSz="914400" rtl="0" eaLnBrk="1" fontAlgn="auto" latinLnBrk="0" hangingPunct="1">
                        <a:lnSpc>
                          <a:spcPct val="100000"/>
                        </a:lnSpc>
                        <a:spcBef>
                          <a:spcPts val="0"/>
                        </a:spcBef>
                        <a:spcAft>
                          <a:spcPts val="0"/>
                        </a:spcAft>
                        <a:buClrTx/>
                        <a:buSzTx/>
                        <a:buFontTx/>
                        <a:buNone/>
                        <a:tabLst>
                          <a:tab pos="355600" algn="l"/>
                          <a:tab pos="457200" algn="l"/>
                          <a:tab pos="711200" algn="l"/>
                          <a:tab pos="1066800" algn="l"/>
                          <a:tab pos="1778000" algn="l"/>
                          <a:tab pos="2133600" algn="l"/>
                          <a:tab pos="2489200" algn="l"/>
                          <a:tab pos="2844800" algn="l"/>
                          <a:tab pos="3200400" algn="l"/>
                          <a:tab pos="3556000" algn="l"/>
                          <a:tab pos="3911600" algn="l"/>
                          <a:tab pos="4267200" algn="l"/>
                          <a:tab pos="457200" algn="l"/>
                        </a:tabLst>
                        <a:defRPr/>
                      </a:pPr>
                      <a:endParaRPr lang="en-US" sz="1400" kern="1200" dirty="0">
                        <a:solidFill>
                          <a:schemeClr val="tx1"/>
                        </a:solidFill>
                        <a:latin typeface="+mn-lt"/>
                        <a:ea typeface="Times New Roman"/>
                        <a:cs typeface="Times New Roman"/>
                      </a:endParaRPr>
                    </a:p>
                  </a:txBody>
                  <a:tcPr marL="56235" marR="56235" marT="0"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Segoe UI Semilight"/>
                          <a:ea typeface="Arial Unicode MS"/>
                        </a:defRPr>
                      </a:lvl1pPr>
                      <a:lvl2pPr marL="457200" algn="l" defTabSz="914400" rtl="0" eaLnBrk="1" latinLnBrk="0" hangingPunct="1">
                        <a:defRPr sz="1800" kern="1200">
                          <a:solidFill>
                            <a:schemeClr val="tx1"/>
                          </a:solidFill>
                          <a:latin typeface="Segoe UI Semilight"/>
                          <a:ea typeface="Arial Unicode MS"/>
                        </a:defRPr>
                      </a:lvl2pPr>
                      <a:lvl3pPr marL="914400" algn="l" defTabSz="914400" rtl="0" eaLnBrk="1" latinLnBrk="0" hangingPunct="1">
                        <a:defRPr sz="1800" kern="1200">
                          <a:solidFill>
                            <a:schemeClr val="tx1"/>
                          </a:solidFill>
                          <a:latin typeface="Segoe UI Semilight"/>
                          <a:ea typeface="Arial Unicode MS"/>
                        </a:defRPr>
                      </a:lvl3pPr>
                      <a:lvl4pPr marL="1371600" algn="l" defTabSz="914400" rtl="0" eaLnBrk="1" latinLnBrk="0" hangingPunct="1">
                        <a:defRPr sz="1800" kern="1200">
                          <a:solidFill>
                            <a:schemeClr val="tx1"/>
                          </a:solidFill>
                          <a:latin typeface="Segoe UI Semilight"/>
                          <a:ea typeface="Arial Unicode MS"/>
                        </a:defRPr>
                      </a:lvl4pPr>
                      <a:lvl5pPr marL="1828800" algn="l" defTabSz="914400" rtl="0" eaLnBrk="1" latinLnBrk="0" hangingPunct="1">
                        <a:defRPr sz="1800" kern="1200">
                          <a:solidFill>
                            <a:schemeClr val="tx1"/>
                          </a:solidFill>
                          <a:latin typeface="Segoe UI Semilight"/>
                          <a:ea typeface="Arial Unicode MS"/>
                        </a:defRPr>
                      </a:lvl5pPr>
                      <a:lvl6pPr marL="2286000" algn="l" defTabSz="914400" rtl="0" eaLnBrk="1" latinLnBrk="0" hangingPunct="1">
                        <a:defRPr sz="1800" kern="1200">
                          <a:solidFill>
                            <a:schemeClr val="tx1"/>
                          </a:solidFill>
                          <a:latin typeface="Segoe UI Semilight"/>
                          <a:ea typeface="Arial Unicode MS"/>
                        </a:defRPr>
                      </a:lvl6pPr>
                      <a:lvl7pPr marL="2743200" algn="l" defTabSz="914400" rtl="0" eaLnBrk="1" latinLnBrk="0" hangingPunct="1">
                        <a:defRPr sz="1800" kern="1200">
                          <a:solidFill>
                            <a:schemeClr val="tx1"/>
                          </a:solidFill>
                          <a:latin typeface="Segoe UI Semilight"/>
                          <a:ea typeface="Arial Unicode MS"/>
                        </a:defRPr>
                      </a:lvl7pPr>
                      <a:lvl8pPr marL="3200400" algn="l" defTabSz="914400" rtl="0" eaLnBrk="1" latinLnBrk="0" hangingPunct="1">
                        <a:defRPr sz="1800" kern="1200">
                          <a:solidFill>
                            <a:schemeClr val="tx1"/>
                          </a:solidFill>
                          <a:latin typeface="Segoe UI Semilight"/>
                          <a:ea typeface="Arial Unicode MS"/>
                        </a:defRPr>
                      </a:lvl8pPr>
                      <a:lvl9pPr marL="3657600" algn="l" defTabSz="914400" rtl="0" eaLnBrk="1" latinLnBrk="0" hangingPunct="1">
                        <a:defRPr sz="1800" kern="1200">
                          <a:solidFill>
                            <a:schemeClr val="tx1"/>
                          </a:solidFill>
                          <a:latin typeface="Segoe UI Semilight"/>
                          <a:ea typeface="Arial Unicode MS"/>
                        </a:defRPr>
                      </a:lvl9pPr>
                    </a:lstStyle>
                    <a:p>
                      <a:pPr marR="228600" algn="r">
                        <a:spcAft>
                          <a:spcPts val="0"/>
                        </a:spcAft>
                        <a:tabLst>
                          <a:tab pos="457200" algn="l"/>
                          <a:tab pos="711200" algn="l"/>
                          <a:tab pos="1066800" algn="l"/>
                          <a:tab pos="1778000" algn="l"/>
                          <a:tab pos="2133600" algn="l"/>
                          <a:tab pos="2489200" algn="l"/>
                          <a:tab pos="2844800" algn="l"/>
                          <a:tab pos="3200400" algn="l"/>
                          <a:tab pos="3556000" algn="l"/>
                          <a:tab pos="3911600" algn="l"/>
                          <a:tab pos="4267200" algn="l"/>
                          <a:tab pos="457200" algn="l"/>
                        </a:tabLst>
                      </a:pPr>
                      <a:endParaRPr lang="en-US" sz="1400" kern="1200" dirty="0">
                        <a:solidFill>
                          <a:schemeClr val="tx1"/>
                        </a:solidFill>
                        <a:latin typeface="+mn-lt"/>
                        <a:ea typeface="Times New Roman"/>
                        <a:cs typeface="Times New Roman"/>
                      </a:endParaRPr>
                    </a:p>
                  </a:txBody>
                  <a:tcPr marL="68580" marR="68580" marT="0" marB="0">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2947449103"/>
                  </a:ext>
                </a:extLst>
              </a:tr>
            </a:tbl>
          </a:graphicData>
        </a:graphic>
      </p:graphicFrame>
      <p:sp>
        <p:nvSpPr>
          <p:cNvPr id="3" name="Slide Number Placeholder 2"/>
          <p:cNvSpPr>
            <a:spLocks noGrp="1"/>
          </p:cNvSpPr>
          <p:nvPr>
            <p:ph type="sldNum" sz="quarter" idx="4"/>
          </p:nvPr>
        </p:nvSpPr>
        <p:spPr/>
        <p:txBody>
          <a:bodyPr/>
          <a:lstStyle/>
          <a:p>
            <a:fld id="{A717E5C8-E58C-49DC-B2AF-053D35C72AEE}" type="slidenum">
              <a:rPr lang="en-SG" smtClean="0"/>
              <a:pPr/>
              <a:t>2</a:t>
            </a:fld>
            <a:endParaRPr lang="en-SG" dirty="0"/>
          </a:p>
        </p:txBody>
      </p:sp>
    </p:spTree>
    <p:extLst>
      <p:ext uri="{BB962C8B-B14F-4D97-AF65-F5344CB8AC3E}">
        <p14:creationId xmlns:p14="http://schemas.microsoft.com/office/powerpoint/2010/main" val="26822183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nSpc>
                <a:spcPct val="100000"/>
              </a:lnSpc>
            </a:pPr>
            <a:r>
              <a:rPr lang="en-SG" dirty="0" smtClean="0"/>
              <a:t>ĐỊNH NGHĨA CODE WHITE</a:t>
            </a:r>
            <a:endParaRPr lang="en-SG" dirty="0"/>
          </a:p>
        </p:txBody>
      </p:sp>
    </p:spTree>
    <p:extLst>
      <p:ext uri="{BB962C8B-B14F-4D97-AF65-F5344CB8AC3E}">
        <p14:creationId xmlns:p14="http://schemas.microsoft.com/office/powerpoint/2010/main" val="37131828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304028C-8298-244B-981B-6648CAB3589E}"/>
              </a:ext>
            </a:extLst>
          </p:cNvPr>
          <p:cNvSpPr txBox="1"/>
          <p:nvPr/>
        </p:nvSpPr>
        <p:spPr>
          <a:xfrm>
            <a:off x="593725" y="1654051"/>
            <a:ext cx="9055100" cy="3524042"/>
          </a:xfrm>
          <a:prstGeom prst="rect">
            <a:avLst/>
          </a:prstGeom>
          <a:noFill/>
        </p:spPr>
        <p:txBody>
          <a:bodyPr wrap="square" lIns="0" tIns="0" rIns="0" bIns="0" rtlCol="0" anchor="t">
            <a:spAutoFit/>
          </a:bodyPr>
          <a:lstStyle/>
          <a:p>
            <a:pPr defTabSz="1008126">
              <a:spcBef>
                <a:spcPts val="200"/>
              </a:spcBef>
              <a:spcAft>
                <a:spcPts val="200"/>
              </a:spcAft>
            </a:pPr>
            <a:r>
              <a:rPr lang="en-US" sz="3200" dirty="0" smtClean="0">
                <a:solidFill>
                  <a:schemeClr val="accent2"/>
                </a:solidFill>
                <a:latin typeface="Lexend Medium" pitchFamily="2" charset="0"/>
                <a:ea typeface="Garamond" charset="0"/>
                <a:cs typeface="Segoe UI Semilight" panose="020B0402040204020203" pitchFamily="34" charset="0"/>
              </a:rPr>
              <a:t>CODE WHITE:</a:t>
            </a:r>
          </a:p>
          <a:p>
            <a:pPr defTabSz="1008126">
              <a:spcBef>
                <a:spcPts val="200"/>
              </a:spcBef>
              <a:spcAft>
                <a:spcPts val="200"/>
              </a:spcAft>
            </a:pPr>
            <a:endParaRPr lang="en-US" sz="3200" dirty="0">
              <a:solidFill>
                <a:schemeClr val="accent2"/>
              </a:solidFill>
              <a:latin typeface="Lexend Medium" pitchFamily="2" charset="0"/>
              <a:ea typeface="Garamond" charset="0"/>
              <a:cs typeface="Segoe UI Semilight" panose="020B0402040204020203" pitchFamily="34" charset="0"/>
            </a:endParaRPr>
          </a:p>
          <a:p>
            <a:pPr algn="just"/>
            <a:r>
              <a:rPr lang="vi-VN" sz="3200" dirty="0" smtClean="0"/>
              <a:t>là </a:t>
            </a:r>
            <a:r>
              <a:rPr lang="vi-VN" sz="3200" dirty="0"/>
              <a:t>một quy trình vận hành khẩn cấp và phối hợp toàn diện giữa các khoa phòng trong bệnh viện, được kích hoạt khi hệ thống công nghệ thông tin (bao gồm đường truyền internet hoặc phần mềm </a:t>
            </a:r>
            <a:r>
              <a:rPr lang="vi-VN" sz="3200" dirty="0" smtClean="0"/>
              <a:t>- </a:t>
            </a:r>
            <a:r>
              <a:rPr lang="vi-VN" sz="3200" dirty="0"/>
              <a:t>HIS) gặp sự cố ngừng hoạt động</a:t>
            </a:r>
            <a:r>
              <a:rPr lang="vi-VN" sz="3200" dirty="0" smtClean="0"/>
              <a:t>.</a:t>
            </a:r>
            <a:endParaRPr lang="en-US" sz="3200" dirty="0"/>
          </a:p>
        </p:txBody>
      </p:sp>
      <p:sp>
        <p:nvSpPr>
          <p:cNvPr id="8" name="Slide Number Placeholder 7"/>
          <p:cNvSpPr>
            <a:spLocks noGrp="1"/>
          </p:cNvSpPr>
          <p:nvPr>
            <p:ph type="sldNum" sz="quarter" idx="4"/>
          </p:nvPr>
        </p:nvSpPr>
        <p:spPr/>
        <p:txBody>
          <a:bodyPr/>
          <a:lstStyle/>
          <a:p>
            <a:fld id="{A717E5C8-E58C-49DC-B2AF-053D35C72AEE}" type="slidenum">
              <a:rPr lang="en-SG" smtClean="0"/>
              <a:pPr/>
              <a:t>4</a:t>
            </a:fld>
            <a:endParaRPr lang="en-SG" dirty="0"/>
          </a:p>
        </p:txBody>
      </p:sp>
    </p:spTree>
    <p:extLst>
      <p:ext uri="{BB962C8B-B14F-4D97-AF65-F5344CB8AC3E}">
        <p14:creationId xmlns:p14="http://schemas.microsoft.com/office/powerpoint/2010/main" val="954316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BẢN CHẤT VÀ MỤC TIÊU CODE WHITE</a:t>
            </a:r>
            <a:endParaRPr lang="en-SG" dirty="0"/>
          </a:p>
        </p:txBody>
      </p:sp>
    </p:spTree>
    <p:extLst>
      <p:ext uri="{BB962C8B-B14F-4D97-AF65-F5344CB8AC3E}">
        <p14:creationId xmlns:p14="http://schemas.microsoft.com/office/powerpoint/2010/main" val="10064772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304028C-8298-244B-981B-6648CAB3589E}"/>
              </a:ext>
            </a:extLst>
          </p:cNvPr>
          <p:cNvSpPr txBox="1"/>
          <p:nvPr/>
        </p:nvSpPr>
        <p:spPr>
          <a:xfrm>
            <a:off x="593725" y="1654051"/>
            <a:ext cx="9055100" cy="3600986"/>
          </a:xfrm>
          <a:prstGeom prst="rect">
            <a:avLst/>
          </a:prstGeom>
          <a:noFill/>
        </p:spPr>
        <p:txBody>
          <a:bodyPr wrap="square" lIns="0" tIns="0" rIns="0" bIns="0" rtlCol="0" anchor="t">
            <a:spAutoFit/>
          </a:bodyPr>
          <a:lstStyle/>
          <a:p>
            <a:pPr defTabSz="1008126">
              <a:spcBef>
                <a:spcPts val="200"/>
              </a:spcBef>
              <a:spcAft>
                <a:spcPts val="200"/>
              </a:spcAft>
            </a:pPr>
            <a:r>
              <a:rPr lang="en-US" sz="2800" dirty="0" err="1" smtClean="0">
                <a:solidFill>
                  <a:schemeClr val="accent2"/>
                </a:solidFill>
                <a:latin typeface="Lexend Medium" pitchFamily="2" charset="0"/>
                <a:ea typeface="Garamond" charset="0"/>
                <a:cs typeface="Segoe UI Semilight" panose="020B0402040204020203" pitchFamily="34" charset="0"/>
              </a:rPr>
              <a:t>Mục</a:t>
            </a:r>
            <a:r>
              <a:rPr lang="en-US" sz="2800" dirty="0" smtClean="0">
                <a:solidFill>
                  <a:schemeClr val="accent2"/>
                </a:solidFill>
                <a:latin typeface="Lexend Medium" pitchFamily="2" charset="0"/>
                <a:ea typeface="Garamond" charset="0"/>
                <a:cs typeface="Segoe UI Semilight" panose="020B0402040204020203" pitchFamily="34" charset="0"/>
              </a:rPr>
              <a:t> </a:t>
            </a:r>
            <a:r>
              <a:rPr lang="en-US" sz="2800" dirty="0" err="1" smtClean="0">
                <a:solidFill>
                  <a:schemeClr val="accent2"/>
                </a:solidFill>
                <a:latin typeface="Lexend Medium" pitchFamily="2" charset="0"/>
                <a:ea typeface="Garamond" charset="0"/>
                <a:cs typeface="Segoe UI Semilight" panose="020B0402040204020203" pitchFamily="34" charset="0"/>
              </a:rPr>
              <a:t>tiêu</a:t>
            </a:r>
            <a:r>
              <a:rPr lang="en-US" sz="2800" dirty="0" smtClean="0">
                <a:solidFill>
                  <a:schemeClr val="accent2"/>
                </a:solidFill>
                <a:latin typeface="Lexend Medium" pitchFamily="2" charset="0"/>
                <a:ea typeface="Garamond" charset="0"/>
                <a:cs typeface="Segoe UI Semilight" panose="020B0402040204020203" pitchFamily="34" charset="0"/>
              </a:rPr>
              <a:t> </a:t>
            </a:r>
            <a:r>
              <a:rPr lang="en-US" sz="2800" dirty="0" err="1" smtClean="0">
                <a:solidFill>
                  <a:schemeClr val="accent2"/>
                </a:solidFill>
                <a:latin typeface="Lexend Medium" pitchFamily="2" charset="0"/>
                <a:ea typeface="Garamond" charset="0"/>
                <a:cs typeface="Segoe UI Semilight" panose="020B0402040204020203" pitchFamily="34" charset="0"/>
              </a:rPr>
              <a:t>chính</a:t>
            </a:r>
            <a:r>
              <a:rPr lang="en-US" sz="2800" dirty="0" smtClean="0">
                <a:solidFill>
                  <a:schemeClr val="accent2"/>
                </a:solidFill>
                <a:latin typeface="Lexend Medium" pitchFamily="2" charset="0"/>
                <a:ea typeface="Garamond" charset="0"/>
                <a:cs typeface="Segoe UI Semilight" panose="020B0402040204020203" pitchFamily="34" charset="0"/>
              </a:rPr>
              <a:t>:</a:t>
            </a:r>
          </a:p>
          <a:p>
            <a:pPr defTabSz="1008126">
              <a:spcBef>
                <a:spcPts val="200"/>
              </a:spcBef>
              <a:spcAft>
                <a:spcPts val="200"/>
              </a:spcAft>
            </a:pPr>
            <a:endParaRPr lang="en-US" sz="2800" dirty="0" smtClean="0">
              <a:solidFill>
                <a:schemeClr val="accent2"/>
              </a:solidFill>
              <a:latin typeface="Lexend Medium" pitchFamily="2" charset="0"/>
              <a:ea typeface="Garamond" charset="0"/>
              <a:cs typeface="Segoe UI Semilight" panose="020B0402040204020203" pitchFamily="34" charset="0"/>
            </a:endParaRPr>
          </a:p>
          <a:p>
            <a:pPr marL="457200" indent="-457200" defTabSz="1008126">
              <a:spcBef>
                <a:spcPts val="200"/>
              </a:spcBef>
              <a:spcAft>
                <a:spcPts val="200"/>
              </a:spcAft>
              <a:buFont typeface="Arial" panose="020B0604020202020204" pitchFamily="34" charset="0"/>
              <a:buChar char="•"/>
            </a:pPr>
            <a:r>
              <a:rPr lang="vi-VN" sz="2800" dirty="0"/>
              <a:t>Đảm bảo hoạt động khám chữa bệnh diễn ra liên tục và hiệu quả, giảm thiểu tối đa ảnh hưởng đến người bệnh ngay cả khi không có sự hỗ trợ của hệ thống mạng. </a:t>
            </a:r>
            <a:endParaRPr lang="en-US" sz="2800" dirty="0" smtClean="0"/>
          </a:p>
          <a:p>
            <a:pPr marL="457200" indent="-457200" defTabSz="1008126">
              <a:spcBef>
                <a:spcPts val="200"/>
              </a:spcBef>
              <a:spcAft>
                <a:spcPts val="200"/>
              </a:spcAft>
              <a:buFont typeface="Arial" panose="020B0604020202020204" pitchFamily="34" charset="0"/>
              <a:buChar char="•"/>
            </a:pPr>
            <a:r>
              <a:rPr lang="vi-VN" sz="2800" dirty="0" smtClean="0"/>
              <a:t>Quy </a:t>
            </a:r>
            <a:r>
              <a:rPr lang="vi-VN" sz="2800" dirty="0"/>
              <a:t>trình này lấy lợi ích của bệnh nhân làm trung tâm để phục vụ.</a:t>
            </a:r>
            <a:endParaRPr lang="en-US" sz="2800" dirty="0"/>
          </a:p>
        </p:txBody>
      </p:sp>
      <p:sp>
        <p:nvSpPr>
          <p:cNvPr id="5" name="Slide Number Placeholder 4"/>
          <p:cNvSpPr>
            <a:spLocks noGrp="1"/>
          </p:cNvSpPr>
          <p:nvPr>
            <p:ph type="sldNum" sz="quarter" idx="4"/>
          </p:nvPr>
        </p:nvSpPr>
        <p:spPr/>
        <p:txBody>
          <a:bodyPr/>
          <a:lstStyle/>
          <a:p>
            <a:fld id="{A717E5C8-E58C-49DC-B2AF-053D35C72AEE}" type="slidenum">
              <a:rPr lang="en-SG" smtClean="0"/>
              <a:pPr/>
              <a:t>6</a:t>
            </a:fld>
            <a:endParaRPr lang="en-SG" dirty="0"/>
          </a:p>
        </p:txBody>
      </p:sp>
    </p:spTree>
    <p:extLst>
      <p:ext uri="{BB962C8B-B14F-4D97-AF65-F5344CB8AC3E}">
        <p14:creationId xmlns:p14="http://schemas.microsoft.com/office/powerpoint/2010/main" val="7846421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304028C-8298-244B-981B-6648CAB3589E}"/>
              </a:ext>
            </a:extLst>
          </p:cNvPr>
          <p:cNvSpPr txBox="1"/>
          <p:nvPr/>
        </p:nvSpPr>
        <p:spPr>
          <a:xfrm>
            <a:off x="593725" y="1158751"/>
            <a:ext cx="9331325" cy="4031873"/>
          </a:xfrm>
          <a:prstGeom prst="rect">
            <a:avLst/>
          </a:prstGeom>
          <a:noFill/>
        </p:spPr>
        <p:txBody>
          <a:bodyPr wrap="square" lIns="0" tIns="0" rIns="0" bIns="0" rtlCol="0" anchor="t">
            <a:spAutoFit/>
          </a:bodyPr>
          <a:lstStyle/>
          <a:p>
            <a:pPr defTabSz="1008126">
              <a:spcBef>
                <a:spcPts val="200"/>
              </a:spcBef>
              <a:spcAft>
                <a:spcPts val="200"/>
              </a:spcAft>
            </a:pPr>
            <a:r>
              <a:rPr lang="vi-VN" sz="2800" dirty="0" smtClean="0">
                <a:solidFill>
                  <a:schemeClr val="accent2"/>
                </a:solidFill>
                <a:latin typeface="Lexend Medium" pitchFamily="2" charset="0"/>
                <a:ea typeface="Garamond" charset="0"/>
                <a:cs typeface="Segoe UI Semilight" panose="020B0402040204020203" pitchFamily="34" charset="0"/>
              </a:rPr>
              <a:t>Cơ </a:t>
            </a:r>
            <a:r>
              <a:rPr lang="vi-VN" sz="2800" dirty="0">
                <a:solidFill>
                  <a:schemeClr val="accent2"/>
                </a:solidFill>
                <a:latin typeface="Lexend Medium" pitchFamily="2" charset="0"/>
                <a:ea typeface="Garamond" charset="0"/>
                <a:cs typeface="Segoe UI Semilight" panose="020B0402040204020203" pitchFamily="34" charset="0"/>
              </a:rPr>
              <a:t>chế hoạt động</a:t>
            </a:r>
            <a:r>
              <a:rPr lang="vi-VN" sz="2800" dirty="0" smtClean="0">
                <a:solidFill>
                  <a:schemeClr val="accent2"/>
                </a:solidFill>
                <a:latin typeface="Lexend Medium" pitchFamily="2" charset="0"/>
                <a:ea typeface="Garamond" charset="0"/>
                <a:cs typeface="Segoe UI Semilight" panose="020B0402040204020203" pitchFamily="34" charset="0"/>
              </a:rPr>
              <a:t>:</a:t>
            </a:r>
            <a:endParaRPr lang="en-US" sz="2800" dirty="0" smtClean="0">
              <a:solidFill>
                <a:schemeClr val="accent2"/>
              </a:solidFill>
              <a:latin typeface="Lexend Medium" pitchFamily="2" charset="0"/>
              <a:ea typeface="Garamond" charset="0"/>
              <a:cs typeface="Segoe UI Semilight" panose="020B0402040204020203" pitchFamily="34" charset="0"/>
            </a:endParaRPr>
          </a:p>
          <a:p>
            <a:pPr defTabSz="1008126">
              <a:spcBef>
                <a:spcPts val="200"/>
              </a:spcBef>
              <a:spcAft>
                <a:spcPts val="200"/>
              </a:spcAft>
            </a:pPr>
            <a:endParaRPr lang="en-US" sz="2800" dirty="0" smtClean="0">
              <a:solidFill>
                <a:schemeClr val="accent2"/>
              </a:solidFill>
              <a:latin typeface="Lexend Medium" pitchFamily="2" charset="0"/>
              <a:ea typeface="Garamond" charset="0"/>
              <a:cs typeface="Segoe UI Semilight" panose="020B0402040204020203" pitchFamily="34" charset="0"/>
            </a:endParaRPr>
          </a:p>
          <a:p>
            <a:pPr marL="457200" indent="-457200" defTabSz="1008126">
              <a:spcBef>
                <a:spcPts val="200"/>
              </a:spcBef>
              <a:spcAft>
                <a:spcPts val="200"/>
              </a:spcAft>
              <a:buFont typeface="Arial" panose="020B0604020202020204" pitchFamily="34" charset="0"/>
              <a:buChar char="•"/>
            </a:pPr>
            <a:r>
              <a:rPr lang="vi-VN" sz="2800" dirty="0"/>
              <a:t>Khi Code White được kích hoạt, các phòng ban sẽ chuyển từ quy trình làm việc trên phần mềm sang phương thức xử lý thủ công (ghi chép tay, sử dụng biểu mẫu in sẵn hoặc nhập liệu trên file Excel cục bộ) để thực hiện các khâu từ tiếp nhận, khám bệnh, cận lâm sàng đến cấp phát thuốc và thu phí</a:t>
            </a:r>
            <a:r>
              <a:rPr lang="vi-VN" sz="2800" dirty="0" smtClean="0"/>
              <a:t>.</a:t>
            </a:r>
            <a:endParaRPr lang="en-US" sz="2800" dirty="0" smtClean="0"/>
          </a:p>
          <a:p>
            <a:pPr defTabSz="1008126">
              <a:spcBef>
                <a:spcPts val="200"/>
              </a:spcBef>
              <a:spcAft>
                <a:spcPts val="200"/>
              </a:spcAft>
            </a:pPr>
            <a:endParaRPr lang="en-US" sz="2800" dirty="0">
              <a:latin typeface="+mj-lt"/>
              <a:cs typeface="Arial"/>
            </a:endParaRPr>
          </a:p>
        </p:txBody>
      </p:sp>
      <p:sp>
        <p:nvSpPr>
          <p:cNvPr id="9" name="Slide Number Placeholder 8"/>
          <p:cNvSpPr>
            <a:spLocks noGrp="1"/>
          </p:cNvSpPr>
          <p:nvPr>
            <p:ph type="sldNum" sz="quarter" idx="4"/>
          </p:nvPr>
        </p:nvSpPr>
        <p:spPr/>
        <p:txBody>
          <a:bodyPr/>
          <a:lstStyle/>
          <a:p>
            <a:fld id="{A717E5C8-E58C-49DC-B2AF-053D35C72AEE}" type="slidenum">
              <a:rPr lang="en-SG" smtClean="0"/>
              <a:pPr/>
              <a:t>7</a:t>
            </a:fld>
            <a:endParaRPr lang="en-SG" dirty="0"/>
          </a:p>
        </p:txBody>
      </p:sp>
    </p:spTree>
    <p:extLst>
      <p:ext uri="{BB962C8B-B14F-4D97-AF65-F5344CB8AC3E}">
        <p14:creationId xmlns:p14="http://schemas.microsoft.com/office/powerpoint/2010/main" val="644208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304028C-8298-244B-981B-6648CAB3589E}"/>
              </a:ext>
            </a:extLst>
          </p:cNvPr>
          <p:cNvSpPr txBox="1"/>
          <p:nvPr/>
        </p:nvSpPr>
        <p:spPr>
          <a:xfrm>
            <a:off x="593725" y="1158751"/>
            <a:ext cx="9331325" cy="4514056"/>
          </a:xfrm>
          <a:prstGeom prst="rect">
            <a:avLst/>
          </a:prstGeom>
          <a:noFill/>
        </p:spPr>
        <p:txBody>
          <a:bodyPr wrap="square" lIns="0" tIns="0" rIns="0" bIns="0" rtlCol="0" anchor="t">
            <a:spAutoFit/>
          </a:bodyPr>
          <a:lstStyle/>
          <a:p>
            <a:pPr defTabSz="1008126">
              <a:spcBef>
                <a:spcPts val="200"/>
              </a:spcBef>
              <a:spcAft>
                <a:spcPts val="200"/>
              </a:spcAft>
            </a:pPr>
            <a:r>
              <a:rPr lang="en-US" sz="2800" dirty="0" err="1">
                <a:solidFill>
                  <a:schemeClr val="accent2"/>
                </a:solidFill>
                <a:latin typeface="Lexend Medium" pitchFamily="2" charset="0"/>
                <a:ea typeface="Garamond" charset="0"/>
                <a:cs typeface="Segoe UI Semilight" panose="020B0402040204020203" pitchFamily="34" charset="0"/>
              </a:rPr>
              <a:t>Phạm</a:t>
            </a:r>
            <a:r>
              <a:rPr lang="en-US" sz="2800" dirty="0">
                <a:solidFill>
                  <a:schemeClr val="accent2"/>
                </a:solidFill>
                <a:latin typeface="Lexend Medium" pitchFamily="2" charset="0"/>
                <a:ea typeface="Garamond" charset="0"/>
                <a:cs typeface="Segoe UI Semilight" panose="020B0402040204020203" pitchFamily="34" charset="0"/>
              </a:rPr>
              <a:t> vi </a:t>
            </a:r>
            <a:r>
              <a:rPr lang="en-US" sz="2800" dirty="0" err="1">
                <a:solidFill>
                  <a:schemeClr val="accent2"/>
                </a:solidFill>
                <a:latin typeface="Lexend Medium" pitchFamily="2" charset="0"/>
                <a:ea typeface="Garamond" charset="0"/>
                <a:cs typeface="Segoe UI Semilight" panose="020B0402040204020203" pitchFamily="34" charset="0"/>
              </a:rPr>
              <a:t>áp</a:t>
            </a:r>
            <a:r>
              <a:rPr lang="en-US" sz="2800" dirty="0">
                <a:solidFill>
                  <a:schemeClr val="accent2"/>
                </a:solidFill>
                <a:latin typeface="Lexend Medium" pitchFamily="2" charset="0"/>
                <a:ea typeface="Garamond" charset="0"/>
                <a:cs typeface="Segoe UI Semilight" panose="020B0402040204020203" pitchFamily="34" charset="0"/>
              </a:rPr>
              <a:t> </a:t>
            </a:r>
            <a:r>
              <a:rPr lang="en-US" sz="2800" dirty="0" err="1">
                <a:solidFill>
                  <a:schemeClr val="accent2"/>
                </a:solidFill>
                <a:latin typeface="Lexend Medium" pitchFamily="2" charset="0"/>
                <a:ea typeface="Garamond" charset="0"/>
                <a:cs typeface="Segoe UI Semilight" panose="020B0402040204020203" pitchFamily="34" charset="0"/>
              </a:rPr>
              <a:t>dụng</a:t>
            </a:r>
            <a:r>
              <a:rPr lang="en-US" sz="2800" dirty="0">
                <a:solidFill>
                  <a:schemeClr val="accent2"/>
                </a:solidFill>
                <a:latin typeface="Lexend Medium" pitchFamily="2" charset="0"/>
                <a:ea typeface="Garamond" charset="0"/>
                <a:cs typeface="Segoe UI Semilight" panose="020B0402040204020203" pitchFamily="34" charset="0"/>
              </a:rPr>
              <a:t>:</a:t>
            </a:r>
          </a:p>
          <a:p>
            <a:pPr defTabSz="1008126">
              <a:spcBef>
                <a:spcPts val="200"/>
              </a:spcBef>
              <a:spcAft>
                <a:spcPts val="200"/>
              </a:spcAft>
            </a:pPr>
            <a:r>
              <a:rPr lang="en-US" sz="2800" dirty="0" err="1"/>
              <a:t>Quy</a:t>
            </a:r>
            <a:r>
              <a:rPr lang="en-US" sz="2800" dirty="0"/>
              <a:t> </a:t>
            </a:r>
            <a:r>
              <a:rPr lang="en-US" sz="2800" dirty="0" err="1"/>
              <a:t>trình</a:t>
            </a:r>
            <a:r>
              <a:rPr lang="en-US" sz="2800" dirty="0"/>
              <a:t> </a:t>
            </a:r>
            <a:r>
              <a:rPr lang="en-US" sz="2800" dirty="0" err="1"/>
              <a:t>áp</a:t>
            </a:r>
            <a:r>
              <a:rPr lang="en-US" sz="2800" dirty="0"/>
              <a:t> </a:t>
            </a:r>
            <a:r>
              <a:rPr lang="en-US" sz="2800" dirty="0" err="1"/>
              <a:t>dụng</a:t>
            </a:r>
            <a:r>
              <a:rPr lang="en-US" sz="2800" dirty="0"/>
              <a:t> </a:t>
            </a:r>
            <a:r>
              <a:rPr lang="en-US" sz="2800" dirty="0" err="1"/>
              <a:t>cho</a:t>
            </a:r>
            <a:r>
              <a:rPr lang="en-US" sz="2800" dirty="0"/>
              <a:t> </a:t>
            </a:r>
            <a:r>
              <a:rPr lang="en-US" sz="2800" dirty="0" err="1"/>
              <a:t>tất</a:t>
            </a:r>
            <a:r>
              <a:rPr lang="en-US" sz="2800" dirty="0"/>
              <a:t> </a:t>
            </a:r>
            <a:r>
              <a:rPr lang="en-US" sz="2800" dirty="0" err="1"/>
              <a:t>cả</a:t>
            </a:r>
            <a:r>
              <a:rPr lang="en-US" sz="2800" dirty="0"/>
              <a:t> </a:t>
            </a:r>
            <a:r>
              <a:rPr lang="en-US" sz="2800" dirty="0" err="1"/>
              <a:t>các</a:t>
            </a:r>
            <a:r>
              <a:rPr lang="en-US" sz="2800" dirty="0"/>
              <a:t> </a:t>
            </a:r>
            <a:r>
              <a:rPr lang="en-US" sz="2800" dirty="0" err="1"/>
              <a:t>phòng</a:t>
            </a:r>
            <a:r>
              <a:rPr lang="en-US" sz="2800" dirty="0"/>
              <a:t> ban </a:t>
            </a:r>
            <a:r>
              <a:rPr lang="en-US" sz="2800" dirty="0" err="1"/>
              <a:t>liên</a:t>
            </a:r>
            <a:r>
              <a:rPr lang="en-US" sz="2800" dirty="0"/>
              <a:t> </a:t>
            </a:r>
            <a:r>
              <a:rPr lang="en-US" sz="2800" dirty="0" err="1"/>
              <a:t>quan</a:t>
            </a:r>
            <a:r>
              <a:rPr lang="en-US" sz="2800" dirty="0"/>
              <a:t> </a:t>
            </a:r>
            <a:r>
              <a:rPr lang="en-US" sz="2800" dirty="0" err="1"/>
              <a:t>đến</a:t>
            </a:r>
            <a:r>
              <a:rPr lang="en-US" sz="2800" dirty="0"/>
              <a:t> </a:t>
            </a:r>
            <a:r>
              <a:rPr lang="en-US" sz="2800" dirty="0" err="1"/>
              <a:t>công</a:t>
            </a:r>
            <a:r>
              <a:rPr lang="en-US" sz="2800" dirty="0"/>
              <a:t> </a:t>
            </a:r>
            <a:r>
              <a:rPr lang="en-US" sz="2800" dirty="0" err="1"/>
              <a:t>tác</a:t>
            </a:r>
            <a:r>
              <a:rPr lang="en-US" sz="2800" dirty="0"/>
              <a:t> </a:t>
            </a:r>
            <a:r>
              <a:rPr lang="en-US" sz="2800" dirty="0" err="1"/>
              <a:t>khám</a:t>
            </a:r>
            <a:r>
              <a:rPr lang="en-US" sz="2800" dirty="0"/>
              <a:t> </a:t>
            </a:r>
            <a:r>
              <a:rPr lang="en-US" sz="2800" dirty="0" err="1"/>
              <a:t>chữa</a:t>
            </a:r>
            <a:r>
              <a:rPr lang="en-US" sz="2800" dirty="0"/>
              <a:t> </a:t>
            </a:r>
            <a:r>
              <a:rPr lang="en-US" sz="2800" dirty="0" err="1"/>
              <a:t>bệnh</a:t>
            </a:r>
            <a:r>
              <a:rPr lang="en-US" sz="2800" dirty="0"/>
              <a:t>.</a:t>
            </a:r>
            <a:endParaRPr lang="en-US" sz="2800" dirty="0">
              <a:cs typeface="Arial"/>
            </a:endParaRPr>
          </a:p>
          <a:p>
            <a:pPr defTabSz="1008126">
              <a:spcBef>
                <a:spcPts val="200"/>
              </a:spcBef>
              <a:spcAft>
                <a:spcPts val="200"/>
              </a:spcAft>
            </a:pPr>
            <a:endParaRPr lang="en-US" sz="2800" dirty="0" smtClean="0">
              <a:solidFill>
                <a:schemeClr val="accent2"/>
              </a:solidFill>
              <a:latin typeface="Lexend Medium" pitchFamily="2" charset="0"/>
              <a:ea typeface="Garamond" charset="0"/>
              <a:cs typeface="Segoe UI Semilight" panose="020B0402040204020203" pitchFamily="34" charset="0"/>
            </a:endParaRPr>
          </a:p>
          <a:p>
            <a:pPr defTabSz="1008126">
              <a:spcBef>
                <a:spcPts val="200"/>
              </a:spcBef>
              <a:spcAft>
                <a:spcPts val="200"/>
              </a:spcAft>
            </a:pPr>
            <a:r>
              <a:rPr lang="vi-VN" sz="2800" dirty="0" smtClean="0">
                <a:solidFill>
                  <a:schemeClr val="accent2"/>
                </a:solidFill>
                <a:latin typeface="Lexend Medium" pitchFamily="2" charset="0"/>
                <a:ea typeface="Garamond" charset="0"/>
                <a:cs typeface="Segoe UI Semilight" panose="020B0402040204020203" pitchFamily="34" charset="0"/>
              </a:rPr>
              <a:t>Thời </a:t>
            </a:r>
            <a:r>
              <a:rPr lang="vi-VN" sz="2800" dirty="0">
                <a:solidFill>
                  <a:schemeClr val="accent2"/>
                </a:solidFill>
                <a:latin typeface="Lexend Medium" pitchFamily="2" charset="0"/>
                <a:ea typeface="Garamond" charset="0"/>
                <a:cs typeface="Segoe UI Semilight" panose="020B0402040204020203" pitchFamily="34" charset="0"/>
              </a:rPr>
              <a:t>gian hiệu lực</a:t>
            </a:r>
            <a:r>
              <a:rPr lang="vi-VN" sz="2800" dirty="0" smtClean="0">
                <a:solidFill>
                  <a:schemeClr val="accent2"/>
                </a:solidFill>
                <a:latin typeface="Lexend Medium" pitchFamily="2" charset="0"/>
                <a:ea typeface="Garamond" charset="0"/>
                <a:cs typeface="Segoe UI Semilight" panose="020B0402040204020203" pitchFamily="34" charset="0"/>
              </a:rPr>
              <a:t>:</a:t>
            </a:r>
            <a:endParaRPr lang="en-US" sz="2800" dirty="0" smtClean="0">
              <a:solidFill>
                <a:schemeClr val="accent2"/>
              </a:solidFill>
              <a:latin typeface="Lexend Medium" pitchFamily="2" charset="0"/>
              <a:ea typeface="Garamond" charset="0"/>
              <a:cs typeface="Segoe UI Semilight" panose="020B0402040204020203" pitchFamily="34" charset="0"/>
            </a:endParaRPr>
          </a:p>
          <a:p>
            <a:pPr defTabSz="1008126">
              <a:spcBef>
                <a:spcPts val="200"/>
              </a:spcBef>
              <a:spcAft>
                <a:spcPts val="200"/>
              </a:spcAft>
            </a:pPr>
            <a:r>
              <a:rPr lang="vi-VN" sz="2800" dirty="0"/>
              <a:t>Code White có hiệu lực bắt đầu từ thời điểm phát lệnh kích hoạt (thông qua loa, nhóm </a:t>
            </a:r>
            <a:r>
              <a:rPr lang="vi-VN" sz="2800"/>
              <a:t>chat</a:t>
            </a:r>
            <a:r>
              <a:rPr lang="vi-VN" sz="2800" smtClean="0"/>
              <a:t>,...) </a:t>
            </a:r>
            <a:r>
              <a:rPr lang="vi-VN" sz="2800" dirty="0"/>
              <a:t>cho đến khi sự cố kỹ thuật được khắc phục hoàn toàn và có thông báo dừng áp dụng, bất kể sự cố xảy ra trong hay ngoài giờ hành chính.</a:t>
            </a:r>
            <a:r>
              <a:rPr lang="en-US" sz="2800" dirty="0" smtClean="0">
                <a:solidFill>
                  <a:schemeClr val="accent2"/>
                </a:solidFill>
                <a:latin typeface="Lexend Medium" pitchFamily="2" charset="0"/>
                <a:ea typeface="Garamond" charset="0"/>
                <a:cs typeface="Segoe UI Semilight" panose="020B0402040204020203" pitchFamily="34" charset="0"/>
              </a:rPr>
              <a:t> </a:t>
            </a:r>
          </a:p>
        </p:txBody>
      </p:sp>
      <p:sp>
        <p:nvSpPr>
          <p:cNvPr id="5" name="Slide Number Placeholder 4"/>
          <p:cNvSpPr>
            <a:spLocks noGrp="1"/>
          </p:cNvSpPr>
          <p:nvPr>
            <p:ph type="sldNum" sz="quarter" idx="4"/>
          </p:nvPr>
        </p:nvSpPr>
        <p:spPr/>
        <p:txBody>
          <a:bodyPr/>
          <a:lstStyle/>
          <a:p>
            <a:fld id="{A717E5C8-E58C-49DC-B2AF-053D35C72AEE}" type="slidenum">
              <a:rPr lang="en-SG" smtClean="0"/>
              <a:pPr/>
              <a:t>8</a:t>
            </a:fld>
            <a:endParaRPr lang="en-SG" dirty="0"/>
          </a:p>
        </p:txBody>
      </p:sp>
    </p:spTree>
    <p:extLst>
      <p:ext uri="{BB962C8B-B14F-4D97-AF65-F5344CB8AC3E}">
        <p14:creationId xmlns:p14="http://schemas.microsoft.com/office/powerpoint/2010/main" val="37192626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MÔ TẢ QUY TRÌNH</a:t>
            </a:r>
            <a:br>
              <a:rPr lang="en-US" dirty="0" smtClean="0"/>
            </a:br>
            <a:r>
              <a:rPr lang="en-US" dirty="0" smtClean="0"/>
              <a:t>CODE WHITE</a:t>
            </a:r>
            <a:endParaRPr lang="en-SG" dirty="0"/>
          </a:p>
        </p:txBody>
      </p:sp>
    </p:spTree>
    <p:extLst>
      <p:ext uri="{BB962C8B-B14F-4D97-AF65-F5344CB8AC3E}">
        <p14:creationId xmlns:p14="http://schemas.microsoft.com/office/powerpoint/2010/main" val="17279720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p:cNvGrpSpPr/>
          <p:nvPr/>
        </p:nvGrpSpPr>
        <p:grpSpPr>
          <a:xfrm>
            <a:off x="1458391" y="2104985"/>
            <a:ext cx="7756567" cy="4032286"/>
            <a:chOff x="564673" y="2475099"/>
            <a:chExt cx="5737279" cy="2982550"/>
          </a:xfrm>
        </p:grpSpPr>
        <p:sp>
          <p:nvSpPr>
            <p:cNvPr id="68" name="Oval 22">
              <a:extLst>
                <a:ext uri="{FF2B5EF4-FFF2-40B4-BE49-F238E27FC236}">
                  <a16:creationId xmlns:a16="http://schemas.microsoft.com/office/drawing/2014/main" id="{A80DBCB5-EFCA-634A-A652-7BE7ADAE6790}"/>
                </a:ext>
              </a:extLst>
            </p:cNvPr>
            <p:cNvSpPr>
              <a:spLocks noChangeArrowheads="1"/>
            </p:cNvSpPr>
            <p:nvPr/>
          </p:nvSpPr>
          <p:spPr bwMode="auto">
            <a:xfrm>
              <a:off x="4791083" y="2481110"/>
              <a:ext cx="1096597" cy="1092816"/>
            </a:xfrm>
            <a:prstGeom prst="ellipse">
              <a:avLst/>
            </a:prstGeom>
            <a:solidFill>
              <a:schemeClr val="bg1"/>
            </a:solidFill>
            <a:ln w="28575">
              <a:solidFill>
                <a:schemeClr val="tx2"/>
              </a:solidFill>
            </a:ln>
          </p:spPr>
          <p:txBody>
            <a:bodyPr lIns="68580" tIns="34290" rIns="68580" bIns="34290"/>
            <a:lstStyle/>
            <a:p>
              <a:endParaRPr lang="en-US" sz="1013" dirty="0">
                <a:latin typeface="Gill Sans MT Std Medium" panose="020B0602020104020203" pitchFamily="34" charset="77"/>
              </a:endParaRPr>
            </a:p>
          </p:txBody>
        </p:sp>
        <p:sp>
          <p:nvSpPr>
            <p:cNvPr id="77" name="Oval 22">
              <a:extLst>
                <a:ext uri="{FF2B5EF4-FFF2-40B4-BE49-F238E27FC236}">
                  <a16:creationId xmlns:a16="http://schemas.microsoft.com/office/drawing/2014/main" id="{A765E34B-1B10-F74B-B997-C25C445E93E8}"/>
                </a:ext>
              </a:extLst>
            </p:cNvPr>
            <p:cNvSpPr>
              <a:spLocks noChangeArrowheads="1"/>
            </p:cNvSpPr>
            <p:nvPr/>
          </p:nvSpPr>
          <p:spPr bwMode="auto">
            <a:xfrm>
              <a:off x="2849166" y="2475099"/>
              <a:ext cx="1083764" cy="1080027"/>
            </a:xfrm>
            <a:prstGeom prst="ellipse">
              <a:avLst/>
            </a:prstGeom>
            <a:solidFill>
              <a:schemeClr val="bg1"/>
            </a:solidFill>
            <a:ln w="28575">
              <a:solidFill>
                <a:schemeClr val="tx2"/>
              </a:solidFill>
            </a:ln>
          </p:spPr>
          <p:txBody>
            <a:bodyPr lIns="68580" tIns="34290" rIns="68580" bIns="34290"/>
            <a:lstStyle/>
            <a:p>
              <a:endParaRPr lang="en-US" sz="1013" dirty="0">
                <a:latin typeface="Gill Sans MT Std Medium" panose="020B0602020104020203" pitchFamily="34" charset="77"/>
              </a:endParaRPr>
            </a:p>
          </p:txBody>
        </p:sp>
        <p:sp>
          <p:nvSpPr>
            <p:cNvPr id="86" name="Oval 22">
              <a:extLst>
                <a:ext uri="{FF2B5EF4-FFF2-40B4-BE49-F238E27FC236}">
                  <a16:creationId xmlns:a16="http://schemas.microsoft.com/office/drawing/2014/main" id="{DE0D4B3C-F87D-0D45-8E54-D2FBADEF3D41}"/>
                </a:ext>
              </a:extLst>
            </p:cNvPr>
            <p:cNvSpPr>
              <a:spLocks noChangeArrowheads="1"/>
            </p:cNvSpPr>
            <p:nvPr/>
          </p:nvSpPr>
          <p:spPr bwMode="auto">
            <a:xfrm>
              <a:off x="901990" y="2492261"/>
              <a:ext cx="1089023" cy="1085268"/>
            </a:xfrm>
            <a:prstGeom prst="ellipse">
              <a:avLst/>
            </a:prstGeom>
            <a:solidFill>
              <a:schemeClr val="bg1"/>
            </a:solidFill>
            <a:ln w="28575">
              <a:solidFill>
                <a:schemeClr val="tx2"/>
              </a:solidFill>
            </a:ln>
          </p:spPr>
          <p:txBody>
            <a:bodyPr lIns="68580" tIns="34290" rIns="68580" bIns="34290"/>
            <a:lstStyle/>
            <a:p>
              <a:pPr eaLnBrk="1" fontAlgn="auto" hangingPunct="1">
                <a:spcBef>
                  <a:spcPts val="0"/>
                </a:spcBef>
                <a:spcAft>
                  <a:spcPts val="0"/>
                </a:spcAft>
                <a:defRPr/>
              </a:pPr>
              <a:endParaRPr lang="en-US" sz="1013" dirty="0">
                <a:latin typeface="Gill Sans MT Std Medium" panose="020B0602020104020203" pitchFamily="34" charset="77"/>
              </a:endParaRPr>
            </a:p>
          </p:txBody>
        </p:sp>
        <p:sp>
          <p:nvSpPr>
            <p:cNvPr id="32" name="Freeform 5">
              <a:extLst>
                <a:ext uri="{FF2B5EF4-FFF2-40B4-BE49-F238E27FC236}">
                  <a16:creationId xmlns:a16="http://schemas.microsoft.com/office/drawing/2014/main" id="{6FD380D6-CFBC-0B4D-94B5-B426B85B2106}"/>
                </a:ext>
              </a:extLst>
            </p:cNvPr>
            <p:cNvSpPr>
              <a:spLocks/>
            </p:cNvSpPr>
            <p:nvPr/>
          </p:nvSpPr>
          <p:spPr bwMode="auto">
            <a:xfrm>
              <a:off x="564673" y="3790954"/>
              <a:ext cx="1912426" cy="375175"/>
            </a:xfrm>
            <a:custGeom>
              <a:avLst/>
              <a:gdLst>
                <a:gd name="T0" fmla="*/ 1049 w 1095"/>
                <a:gd name="T1" fmla="*/ 75 h 298"/>
                <a:gd name="T2" fmla="*/ 1003 w 1095"/>
                <a:gd name="T3" fmla="*/ 0 h 298"/>
                <a:gd name="T4" fmla="*/ 1001 w 1095"/>
                <a:gd name="T5" fmla="*/ 0 h 298"/>
                <a:gd name="T6" fmla="*/ 1 w 1095"/>
                <a:gd name="T7" fmla="*/ 0 h 298"/>
                <a:gd name="T8" fmla="*/ 47 w 1095"/>
                <a:gd name="T9" fmla="*/ 75 h 298"/>
                <a:gd name="T10" fmla="*/ 93 w 1095"/>
                <a:gd name="T11" fmla="*/ 150 h 298"/>
                <a:gd name="T12" fmla="*/ 47 w 1095"/>
                <a:gd name="T13" fmla="*/ 225 h 298"/>
                <a:gd name="T14" fmla="*/ 0 w 1095"/>
                <a:gd name="T15" fmla="*/ 298 h 298"/>
                <a:gd name="T16" fmla="*/ 1001 w 1095"/>
                <a:gd name="T17" fmla="*/ 298 h 298"/>
                <a:gd name="T18" fmla="*/ 1003 w 1095"/>
                <a:gd name="T19" fmla="*/ 298 h 298"/>
                <a:gd name="T20" fmla="*/ 1049 w 1095"/>
                <a:gd name="T21" fmla="*/ 225 h 298"/>
                <a:gd name="T22" fmla="*/ 1095 w 1095"/>
                <a:gd name="T23" fmla="*/ 150 h 298"/>
                <a:gd name="T24" fmla="*/ 1049 w 1095"/>
                <a:gd name="T25" fmla="*/ 75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5" h="298">
                  <a:moveTo>
                    <a:pt x="1049" y="75"/>
                  </a:moveTo>
                  <a:lnTo>
                    <a:pt x="1003" y="0"/>
                  </a:lnTo>
                  <a:lnTo>
                    <a:pt x="1001" y="0"/>
                  </a:lnTo>
                  <a:lnTo>
                    <a:pt x="1" y="0"/>
                  </a:lnTo>
                  <a:lnTo>
                    <a:pt x="47" y="75"/>
                  </a:lnTo>
                  <a:lnTo>
                    <a:pt x="93" y="150"/>
                  </a:lnTo>
                  <a:lnTo>
                    <a:pt x="47" y="225"/>
                  </a:lnTo>
                  <a:lnTo>
                    <a:pt x="0" y="298"/>
                  </a:lnTo>
                  <a:lnTo>
                    <a:pt x="1001" y="298"/>
                  </a:lnTo>
                  <a:lnTo>
                    <a:pt x="1003" y="298"/>
                  </a:lnTo>
                  <a:lnTo>
                    <a:pt x="1049" y="225"/>
                  </a:lnTo>
                  <a:lnTo>
                    <a:pt x="1095" y="150"/>
                  </a:lnTo>
                  <a:lnTo>
                    <a:pt x="1049" y="75"/>
                  </a:lnTo>
                  <a:close/>
                </a:path>
              </a:pathLst>
            </a:custGeom>
            <a:solidFill>
              <a:schemeClr val="tx2"/>
            </a:solidFill>
            <a:ln>
              <a:noFill/>
            </a:ln>
          </p:spPr>
          <p:txBody>
            <a:bodyPr lIns="68580" tIns="34290" rIns="68580" bIns="34290"/>
            <a:lstStyle/>
            <a:p>
              <a:pPr eaLnBrk="1" fontAlgn="auto" hangingPunct="1">
                <a:spcBef>
                  <a:spcPts val="0"/>
                </a:spcBef>
                <a:spcAft>
                  <a:spcPts val="0"/>
                </a:spcAft>
                <a:defRPr/>
              </a:pPr>
              <a:endParaRPr lang="en-US" sz="1013" dirty="0">
                <a:latin typeface="Gill Sans MT Std Medium" panose="020B0602020104020203" pitchFamily="34" charset="77"/>
              </a:endParaRPr>
            </a:p>
          </p:txBody>
        </p:sp>
        <p:sp>
          <p:nvSpPr>
            <p:cNvPr id="33" name="TextBox 32">
              <a:extLst>
                <a:ext uri="{FF2B5EF4-FFF2-40B4-BE49-F238E27FC236}">
                  <a16:creationId xmlns:a16="http://schemas.microsoft.com/office/drawing/2014/main" id="{41B5C8BD-E1C3-3642-B8F8-7F641FF35142}"/>
                </a:ext>
              </a:extLst>
            </p:cNvPr>
            <p:cNvSpPr txBox="1"/>
            <p:nvPr/>
          </p:nvSpPr>
          <p:spPr bwMode="auto">
            <a:xfrm>
              <a:off x="758757" y="3858293"/>
              <a:ext cx="1524257" cy="276999"/>
            </a:xfrm>
            <a:prstGeom prst="rect">
              <a:avLst/>
            </a:prstGeom>
            <a:noFill/>
          </p:spPr>
          <p:txBody>
            <a:bodyPr wrap="square">
              <a:spAutoFit/>
            </a:bodyPr>
            <a:lstStyle/>
            <a:p>
              <a:pPr algn="ctr" eaLnBrk="1" fontAlgn="auto" hangingPunct="1">
                <a:spcBef>
                  <a:spcPts val="0"/>
                </a:spcBef>
                <a:spcAft>
                  <a:spcPts val="0"/>
                </a:spcAft>
                <a:defRPr/>
              </a:pPr>
              <a:r>
                <a:rPr lang="en-US" sz="1200" dirty="0" smtClean="0">
                  <a:solidFill>
                    <a:schemeClr val="bg1"/>
                  </a:solidFill>
                  <a:latin typeface="+mj-lt"/>
                </a:rPr>
                <a:t>GIAI ĐOẠN 1</a:t>
              </a:r>
              <a:endParaRPr lang="en-US" sz="1200" dirty="0">
                <a:solidFill>
                  <a:schemeClr val="bg1"/>
                </a:solidFill>
                <a:latin typeface="+mj-lt"/>
              </a:endParaRPr>
            </a:p>
          </p:txBody>
        </p:sp>
        <p:sp>
          <p:nvSpPr>
            <p:cNvPr id="39" name="Freeform 6">
              <a:extLst>
                <a:ext uri="{FF2B5EF4-FFF2-40B4-BE49-F238E27FC236}">
                  <a16:creationId xmlns:a16="http://schemas.microsoft.com/office/drawing/2014/main" id="{9D35DAF2-2451-BB43-A9E8-EF092093A8D4}"/>
                </a:ext>
              </a:extLst>
            </p:cNvPr>
            <p:cNvSpPr>
              <a:spLocks/>
            </p:cNvSpPr>
            <p:nvPr/>
          </p:nvSpPr>
          <p:spPr bwMode="auto">
            <a:xfrm>
              <a:off x="2477099" y="3790954"/>
              <a:ext cx="1914350" cy="375175"/>
            </a:xfrm>
            <a:custGeom>
              <a:avLst/>
              <a:gdLst>
                <a:gd name="T0" fmla="*/ 1050 w 1096"/>
                <a:gd name="T1" fmla="*/ 75 h 298"/>
                <a:gd name="T2" fmla="*/ 1004 w 1096"/>
                <a:gd name="T3" fmla="*/ 0 h 298"/>
                <a:gd name="T4" fmla="*/ 1001 w 1096"/>
                <a:gd name="T5" fmla="*/ 0 h 298"/>
                <a:gd name="T6" fmla="*/ 1 w 1096"/>
                <a:gd name="T7" fmla="*/ 0 h 298"/>
                <a:gd name="T8" fmla="*/ 47 w 1096"/>
                <a:gd name="T9" fmla="*/ 75 h 298"/>
                <a:gd name="T10" fmla="*/ 93 w 1096"/>
                <a:gd name="T11" fmla="*/ 150 h 298"/>
                <a:gd name="T12" fmla="*/ 47 w 1096"/>
                <a:gd name="T13" fmla="*/ 225 h 298"/>
                <a:gd name="T14" fmla="*/ 0 w 1096"/>
                <a:gd name="T15" fmla="*/ 298 h 298"/>
                <a:gd name="T16" fmla="*/ 1001 w 1096"/>
                <a:gd name="T17" fmla="*/ 298 h 298"/>
                <a:gd name="T18" fmla="*/ 1002 w 1096"/>
                <a:gd name="T19" fmla="*/ 298 h 298"/>
                <a:gd name="T20" fmla="*/ 1048 w 1096"/>
                <a:gd name="T21" fmla="*/ 225 h 298"/>
                <a:gd name="T22" fmla="*/ 1096 w 1096"/>
                <a:gd name="T23" fmla="*/ 150 h 298"/>
                <a:gd name="T24" fmla="*/ 1050 w 1096"/>
                <a:gd name="T25" fmla="*/ 75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6" h="298">
                  <a:moveTo>
                    <a:pt x="1050" y="75"/>
                  </a:moveTo>
                  <a:lnTo>
                    <a:pt x="1004" y="0"/>
                  </a:lnTo>
                  <a:lnTo>
                    <a:pt x="1001" y="0"/>
                  </a:lnTo>
                  <a:lnTo>
                    <a:pt x="1" y="0"/>
                  </a:lnTo>
                  <a:lnTo>
                    <a:pt x="47" y="75"/>
                  </a:lnTo>
                  <a:lnTo>
                    <a:pt x="93" y="150"/>
                  </a:lnTo>
                  <a:lnTo>
                    <a:pt x="47" y="225"/>
                  </a:lnTo>
                  <a:lnTo>
                    <a:pt x="0" y="298"/>
                  </a:lnTo>
                  <a:lnTo>
                    <a:pt x="1001" y="298"/>
                  </a:lnTo>
                  <a:lnTo>
                    <a:pt x="1002" y="298"/>
                  </a:lnTo>
                  <a:lnTo>
                    <a:pt x="1048" y="225"/>
                  </a:lnTo>
                  <a:lnTo>
                    <a:pt x="1096" y="150"/>
                  </a:lnTo>
                  <a:lnTo>
                    <a:pt x="1050" y="75"/>
                  </a:lnTo>
                  <a:close/>
                </a:path>
              </a:pathLst>
            </a:custGeom>
            <a:solidFill>
              <a:schemeClr val="tx2"/>
            </a:solidFill>
            <a:ln>
              <a:noFill/>
            </a:ln>
          </p:spPr>
          <p:txBody>
            <a:bodyPr lIns="68580" tIns="34290" rIns="68580" bIns="34290"/>
            <a:lstStyle/>
            <a:p>
              <a:pPr eaLnBrk="1" fontAlgn="auto" hangingPunct="1">
                <a:spcBef>
                  <a:spcPts val="0"/>
                </a:spcBef>
                <a:spcAft>
                  <a:spcPts val="0"/>
                </a:spcAft>
                <a:defRPr/>
              </a:pPr>
              <a:endParaRPr lang="en-US" sz="1013" dirty="0">
                <a:latin typeface="Gill Sans MT Std Medium" panose="020B0602020104020203" pitchFamily="34" charset="77"/>
              </a:endParaRPr>
            </a:p>
          </p:txBody>
        </p:sp>
        <p:sp>
          <p:nvSpPr>
            <p:cNvPr id="40" name="Freeform 7">
              <a:extLst>
                <a:ext uri="{FF2B5EF4-FFF2-40B4-BE49-F238E27FC236}">
                  <a16:creationId xmlns:a16="http://schemas.microsoft.com/office/drawing/2014/main" id="{C04F1912-3A33-F146-AB7C-97B6326907CA}"/>
                </a:ext>
              </a:extLst>
            </p:cNvPr>
            <p:cNvSpPr>
              <a:spLocks/>
            </p:cNvSpPr>
            <p:nvPr/>
          </p:nvSpPr>
          <p:spPr bwMode="auto">
            <a:xfrm>
              <a:off x="4391449" y="3790954"/>
              <a:ext cx="1910503" cy="375175"/>
            </a:xfrm>
            <a:custGeom>
              <a:avLst/>
              <a:gdLst>
                <a:gd name="T0" fmla="*/ 1048 w 1094"/>
                <a:gd name="T1" fmla="*/ 75 h 298"/>
                <a:gd name="T2" fmla="*/ 1002 w 1094"/>
                <a:gd name="T3" fmla="*/ 0 h 298"/>
                <a:gd name="T4" fmla="*/ 1000 w 1094"/>
                <a:gd name="T5" fmla="*/ 0 h 298"/>
                <a:gd name="T6" fmla="*/ 0 w 1094"/>
                <a:gd name="T7" fmla="*/ 0 h 298"/>
                <a:gd name="T8" fmla="*/ 46 w 1094"/>
                <a:gd name="T9" fmla="*/ 75 h 298"/>
                <a:gd name="T10" fmla="*/ 92 w 1094"/>
                <a:gd name="T11" fmla="*/ 150 h 298"/>
                <a:gd name="T12" fmla="*/ 46 w 1094"/>
                <a:gd name="T13" fmla="*/ 225 h 298"/>
                <a:gd name="T14" fmla="*/ 0 w 1094"/>
                <a:gd name="T15" fmla="*/ 298 h 298"/>
                <a:gd name="T16" fmla="*/ 1000 w 1094"/>
                <a:gd name="T17" fmla="*/ 298 h 298"/>
                <a:gd name="T18" fmla="*/ 1001 w 1094"/>
                <a:gd name="T19" fmla="*/ 298 h 298"/>
                <a:gd name="T20" fmla="*/ 1048 w 1094"/>
                <a:gd name="T21" fmla="*/ 225 h 298"/>
                <a:gd name="T22" fmla="*/ 1094 w 1094"/>
                <a:gd name="T23" fmla="*/ 150 h 298"/>
                <a:gd name="T24" fmla="*/ 1048 w 1094"/>
                <a:gd name="T25" fmla="*/ 75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4" h="298">
                  <a:moveTo>
                    <a:pt x="1048" y="75"/>
                  </a:moveTo>
                  <a:lnTo>
                    <a:pt x="1002" y="0"/>
                  </a:lnTo>
                  <a:lnTo>
                    <a:pt x="1000" y="0"/>
                  </a:lnTo>
                  <a:lnTo>
                    <a:pt x="0" y="0"/>
                  </a:lnTo>
                  <a:lnTo>
                    <a:pt x="46" y="75"/>
                  </a:lnTo>
                  <a:lnTo>
                    <a:pt x="92" y="150"/>
                  </a:lnTo>
                  <a:lnTo>
                    <a:pt x="46" y="225"/>
                  </a:lnTo>
                  <a:lnTo>
                    <a:pt x="0" y="298"/>
                  </a:lnTo>
                  <a:lnTo>
                    <a:pt x="1000" y="298"/>
                  </a:lnTo>
                  <a:lnTo>
                    <a:pt x="1001" y="298"/>
                  </a:lnTo>
                  <a:lnTo>
                    <a:pt x="1048" y="225"/>
                  </a:lnTo>
                  <a:lnTo>
                    <a:pt x="1094" y="150"/>
                  </a:lnTo>
                  <a:lnTo>
                    <a:pt x="1048" y="75"/>
                  </a:lnTo>
                  <a:close/>
                </a:path>
              </a:pathLst>
            </a:custGeom>
            <a:solidFill>
              <a:schemeClr val="tx2"/>
            </a:solidFill>
            <a:ln>
              <a:noFill/>
            </a:ln>
          </p:spPr>
          <p:txBody>
            <a:bodyPr lIns="68580" tIns="34290" rIns="68580" bIns="34290"/>
            <a:lstStyle/>
            <a:p>
              <a:pPr eaLnBrk="1" fontAlgn="auto" hangingPunct="1">
                <a:spcBef>
                  <a:spcPts val="0"/>
                </a:spcBef>
                <a:spcAft>
                  <a:spcPts val="0"/>
                </a:spcAft>
                <a:defRPr/>
              </a:pPr>
              <a:endParaRPr lang="en-US" sz="1013" dirty="0">
                <a:latin typeface="Gill Sans MT Std Medium" panose="020B0602020104020203" pitchFamily="34" charset="77"/>
              </a:endParaRPr>
            </a:p>
          </p:txBody>
        </p:sp>
        <p:sp>
          <p:nvSpPr>
            <p:cNvPr id="92" name="TextBox 91">
              <a:extLst>
                <a:ext uri="{FF2B5EF4-FFF2-40B4-BE49-F238E27FC236}">
                  <a16:creationId xmlns:a16="http://schemas.microsoft.com/office/drawing/2014/main" id="{3CD047C7-C8CA-DD4F-8176-DBA8C7E0B3CA}"/>
                </a:ext>
              </a:extLst>
            </p:cNvPr>
            <p:cNvSpPr txBox="1"/>
            <p:nvPr/>
          </p:nvSpPr>
          <p:spPr>
            <a:xfrm>
              <a:off x="564673" y="4383157"/>
              <a:ext cx="1912425" cy="846839"/>
            </a:xfrm>
            <a:prstGeom prst="rect">
              <a:avLst/>
            </a:prstGeom>
            <a:noFill/>
          </p:spPr>
          <p:txBody>
            <a:bodyPr wrap="square" lIns="219419" tIns="109710" rIns="219419" bIns="109710" rtlCol="0">
              <a:spAutoFit/>
            </a:bodyPr>
            <a:lstStyle/>
            <a:p>
              <a:pPr algn="ctr"/>
              <a:r>
                <a:rPr lang="en-US" altLang="zh-CN" sz="2000" dirty="0" smtClean="0">
                  <a:solidFill>
                    <a:schemeClr val="tx2"/>
                  </a:solidFill>
                  <a:latin typeface="+mj-lt"/>
                  <a:sym typeface="Garamond" charset="0"/>
                </a:rPr>
                <a:t>TRIỂN KHAI</a:t>
              </a:r>
              <a:endParaRPr lang="en-US" altLang="zh-CN" sz="2000" dirty="0">
                <a:solidFill>
                  <a:schemeClr val="tx2"/>
                </a:solidFill>
                <a:latin typeface="+mj-lt"/>
                <a:sym typeface="Garamond" charset="0"/>
              </a:endParaRPr>
            </a:p>
            <a:p>
              <a:pPr algn="ctr"/>
              <a:r>
                <a:rPr lang="en-US" sz="2000" dirty="0" err="1"/>
                <a:t>Phát</a:t>
              </a:r>
              <a:r>
                <a:rPr lang="en-US" sz="2000" dirty="0"/>
                <a:t> </a:t>
              </a:r>
              <a:r>
                <a:rPr lang="en-US" sz="2000" dirty="0" err="1"/>
                <a:t>hiện</a:t>
              </a:r>
              <a:r>
                <a:rPr lang="en-US" sz="2000" dirty="0"/>
                <a:t> </a:t>
              </a:r>
              <a:r>
                <a:rPr lang="en-US" sz="2000" dirty="0" err="1"/>
                <a:t>lỗi</a:t>
              </a:r>
              <a:r>
                <a:rPr lang="en-US" sz="2000" dirty="0"/>
                <a:t> -&gt; </a:t>
              </a:r>
              <a:r>
                <a:rPr lang="en-US" sz="2000" dirty="0" err="1"/>
                <a:t>Kích</a:t>
              </a:r>
              <a:r>
                <a:rPr lang="en-US" sz="2000" dirty="0"/>
                <a:t> </a:t>
              </a:r>
              <a:r>
                <a:rPr lang="en-US" sz="2000" dirty="0" err="1"/>
                <a:t>hoạt</a:t>
              </a:r>
              <a:r>
                <a:rPr lang="en-US" sz="2000" dirty="0"/>
                <a:t> </a:t>
              </a:r>
              <a:r>
                <a:rPr lang="en-US" sz="2000" dirty="0" err="1"/>
                <a:t>lệnh</a:t>
              </a:r>
              <a:endParaRPr lang="en-US" sz="2000" dirty="0">
                <a:ea typeface="Garamond" charset="0"/>
                <a:cs typeface="Garamond" charset="0"/>
              </a:endParaRPr>
            </a:p>
          </p:txBody>
        </p:sp>
        <p:sp>
          <p:nvSpPr>
            <p:cNvPr id="93" name="TextBox 92">
              <a:extLst>
                <a:ext uri="{FF2B5EF4-FFF2-40B4-BE49-F238E27FC236}">
                  <a16:creationId xmlns:a16="http://schemas.microsoft.com/office/drawing/2014/main" id="{562F150B-AE3C-FE46-A786-820612E3A945}"/>
                </a:ext>
              </a:extLst>
            </p:cNvPr>
            <p:cNvSpPr txBox="1"/>
            <p:nvPr/>
          </p:nvSpPr>
          <p:spPr>
            <a:xfrm>
              <a:off x="2477098" y="4383157"/>
              <a:ext cx="1912425" cy="1074492"/>
            </a:xfrm>
            <a:prstGeom prst="rect">
              <a:avLst/>
            </a:prstGeom>
            <a:noFill/>
          </p:spPr>
          <p:txBody>
            <a:bodyPr wrap="square" lIns="219419" tIns="109710" rIns="219419" bIns="109710" rtlCol="0">
              <a:spAutoFit/>
            </a:bodyPr>
            <a:lstStyle/>
            <a:p>
              <a:pPr algn="ctr"/>
              <a:r>
                <a:rPr lang="en-US" altLang="zh-CN" sz="2000" dirty="0" smtClean="0">
                  <a:solidFill>
                    <a:schemeClr val="tx2"/>
                  </a:solidFill>
                  <a:latin typeface="+mj-lt"/>
                  <a:sym typeface="Garamond" charset="0"/>
                </a:rPr>
                <a:t>THỰC HIỆN</a:t>
              </a:r>
              <a:endParaRPr lang="en-US" altLang="zh-CN" sz="2000" dirty="0">
                <a:solidFill>
                  <a:schemeClr val="tx2"/>
                </a:solidFill>
                <a:latin typeface="+mj-lt"/>
                <a:sym typeface="Garamond" charset="0"/>
              </a:endParaRPr>
            </a:p>
            <a:p>
              <a:pPr algn="ctr"/>
              <a:r>
                <a:rPr lang="en-US" sz="2000" dirty="0" err="1"/>
                <a:t>Vận</a:t>
              </a:r>
              <a:r>
                <a:rPr lang="en-US" sz="2000" dirty="0"/>
                <a:t> </a:t>
              </a:r>
              <a:r>
                <a:rPr lang="en-US" sz="2000" dirty="0" err="1"/>
                <a:t>hành</a:t>
              </a:r>
              <a:r>
                <a:rPr lang="en-US" sz="2000" dirty="0"/>
                <a:t> </a:t>
              </a:r>
              <a:r>
                <a:rPr lang="en-US" sz="2000" dirty="0" err="1"/>
                <a:t>thủ</a:t>
              </a:r>
              <a:r>
                <a:rPr lang="en-US" sz="2000" dirty="0"/>
                <a:t> </a:t>
              </a:r>
              <a:r>
                <a:rPr lang="en-US" sz="2000" dirty="0" err="1"/>
                <a:t>công</a:t>
              </a:r>
              <a:r>
                <a:rPr lang="en-US" sz="2000" dirty="0"/>
                <a:t> </a:t>
              </a:r>
              <a:r>
                <a:rPr lang="en-US" sz="2000" dirty="0" err="1"/>
                <a:t>trên</a:t>
              </a:r>
              <a:r>
                <a:rPr lang="en-US" sz="2000" dirty="0"/>
                <a:t> </a:t>
              </a:r>
              <a:r>
                <a:rPr lang="en-US" sz="2000" dirty="0" err="1"/>
                <a:t>biểu</a:t>
              </a:r>
              <a:r>
                <a:rPr lang="en-US" sz="2000" dirty="0"/>
                <a:t> </a:t>
              </a:r>
              <a:r>
                <a:rPr lang="en-US" sz="2000" dirty="0" err="1"/>
                <a:t>mẫu</a:t>
              </a:r>
              <a:r>
                <a:rPr lang="en-US" sz="2000" dirty="0"/>
                <a:t> Excel/</a:t>
              </a:r>
              <a:r>
                <a:rPr lang="en-US" sz="2000" dirty="0" err="1"/>
                <a:t>Giấy</a:t>
              </a:r>
              <a:endParaRPr lang="en-US" sz="2000" dirty="0">
                <a:ea typeface="Garamond" charset="0"/>
                <a:cs typeface="Garamond" charset="0"/>
              </a:endParaRPr>
            </a:p>
          </p:txBody>
        </p:sp>
        <p:sp>
          <p:nvSpPr>
            <p:cNvPr id="94" name="TextBox 93">
              <a:extLst>
                <a:ext uri="{FF2B5EF4-FFF2-40B4-BE49-F238E27FC236}">
                  <a16:creationId xmlns:a16="http://schemas.microsoft.com/office/drawing/2014/main" id="{AF860EEA-465C-2344-AECF-24F136447DE5}"/>
                </a:ext>
              </a:extLst>
            </p:cNvPr>
            <p:cNvSpPr txBox="1"/>
            <p:nvPr/>
          </p:nvSpPr>
          <p:spPr>
            <a:xfrm>
              <a:off x="4389523" y="4383157"/>
              <a:ext cx="1912425" cy="1074492"/>
            </a:xfrm>
            <a:prstGeom prst="rect">
              <a:avLst/>
            </a:prstGeom>
            <a:noFill/>
          </p:spPr>
          <p:txBody>
            <a:bodyPr wrap="square" lIns="219419" tIns="109710" rIns="219419" bIns="109710" rtlCol="0">
              <a:spAutoFit/>
            </a:bodyPr>
            <a:lstStyle/>
            <a:p>
              <a:pPr algn="ctr"/>
              <a:r>
                <a:rPr lang="en-US" altLang="zh-CN" sz="2000" dirty="0" smtClean="0">
                  <a:solidFill>
                    <a:schemeClr val="tx2"/>
                  </a:solidFill>
                  <a:latin typeface="+mj-lt"/>
                  <a:sym typeface="Garamond" charset="0"/>
                </a:rPr>
                <a:t>THU HỒI</a:t>
              </a:r>
              <a:endParaRPr lang="en-US" altLang="zh-CN" sz="2000" dirty="0">
                <a:solidFill>
                  <a:schemeClr val="tx2"/>
                </a:solidFill>
                <a:latin typeface="+mj-lt"/>
                <a:sym typeface="Garamond" charset="0"/>
              </a:endParaRPr>
            </a:p>
            <a:p>
              <a:pPr algn="ctr"/>
              <a:r>
                <a:rPr lang="en-US" sz="2000" dirty="0" err="1"/>
                <a:t>Hệ</a:t>
              </a:r>
              <a:r>
                <a:rPr lang="en-US" sz="2000" dirty="0"/>
                <a:t> </a:t>
              </a:r>
              <a:r>
                <a:rPr lang="en-US" sz="2000" dirty="0" err="1"/>
                <a:t>thống</a:t>
              </a:r>
              <a:r>
                <a:rPr lang="en-US" sz="2000" dirty="0"/>
                <a:t> </a:t>
              </a:r>
              <a:r>
                <a:rPr lang="en-US" sz="2000" dirty="0" err="1"/>
                <a:t>có</a:t>
              </a:r>
              <a:r>
                <a:rPr lang="en-US" sz="2000" dirty="0"/>
                <a:t> </a:t>
              </a:r>
              <a:r>
                <a:rPr lang="en-US" sz="2000" dirty="0" err="1"/>
                <a:t>lại</a:t>
              </a:r>
              <a:r>
                <a:rPr lang="en-US" sz="2000" dirty="0"/>
                <a:t> -&gt; </a:t>
              </a:r>
              <a:r>
                <a:rPr lang="en-US" sz="2000" dirty="0" err="1"/>
                <a:t>Nhập</a:t>
              </a:r>
              <a:r>
                <a:rPr lang="en-US" sz="2000" dirty="0"/>
                <a:t> </a:t>
              </a:r>
              <a:r>
                <a:rPr lang="en-US" sz="2000" dirty="0" err="1"/>
                <a:t>liệu</a:t>
              </a:r>
              <a:r>
                <a:rPr lang="en-US" sz="2000" dirty="0"/>
                <a:t> </a:t>
              </a:r>
              <a:r>
                <a:rPr lang="en-US" sz="2000" dirty="0" err="1"/>
                <a:t>hồi</a:t>
              </a:r>
              <a:r>
                <a:rPr lang="en-US" sz="2000" dirty="0"/>
                <a:t> </a:t>
              </a:r>
              <a:r>
                <a:rPr lang="en-US" sz="2000" dirty="0" err="1"/>
                <a:t>tố</a:t>
              </a:r>
              <a:r>
                <a:rPr lang="en-US" sz="2000" dirty="0"/>
                <a:t> -&gt; </a:t>
              </a:r>
              <a:r>
                <a:rPr lang="en-US" sz="2000" dirty="0" err="1"/>
                <a:t>Tổng</a:t>
              </a:r>
              <a:r>
                <a:rPr lang="en-US" sz="2000" dirty="0"/>
                <a:t> </a:t>
              </a:r>
              <a:r>
                <a:rPr lang="en-US" sz="2000" dirty="0" err="1"/>
                <a:t>kết</a:t>
              </a:r>
              <a:endParaRPr lang="en-US" sz="2000" dirty="0">
                <a:ea typeface="Garamond" charset="0"/>
                <a:cs typeface="Garamond" charset="0"/>
              </a:endParaRPr>
            </a:p>
          </p:txBody>
        </p:sp>
        <p:sp>
          <p:nvSpPr>
            <p:cNvPr id="30" name="TextBox 29">
              <a:extLst>
                <a:ext uri="{FF2B5EF4-FFF2-40B4-BE49-F238E27FC236}">
                  <a16:creationId xmlns:a16="http://schemas.microsoft.com/office/drawing/2014/main" id="{AE8FC2BF-C528-1A45-8235-F017EE715615}"/>
                </a:ext>
              </a:extLst>
            </p:cNvPr>
            <p:cNvSpPr txBox="1"/>
            <p:nvPr/>
          </p:nvSpPr>
          <p:spPr bwMode="auto">
            <a:xfrm>
              <a:off x="2671182" y="3858293"/>
              <a:ext cx="1524257" cy="276999"/>
            </a:xfrm>
            <a:prstGeom prst="rect">
              <a:avLst/>
            </a:prstGeom>
            <a:noFill/>
          </p:spPr>
          <p:txBody>
            <a:bodyPr wrap="square">
              <a:spAutoFit/>
            </a:bodyPr>
            <a:lstStyle/>
            <a:p>
              <a:pPr algn="ctr" eaLnBrk="1" fontAlgn="auto" hangingPunct="1">
                <a:spcBef>
                  <a:spcPts val="0"/>
                </a:spcBef>
                <a:spcAft>
                  <a:spcPts val="0"/>
                </a:spcAft>
                <a:defRPr/>
              </a:pPr>
              <a:r>
                <a:rPr lang="en-US" sz="1200" dirty="0" smtClean="0">
                  <a:solidFill>
                    <a:schemeClr val="bg1"/>
                  </a:solidFill>
                  <a:latin typeface="+mj-lt"/>
                </a:rPr>
                <a:t>GIAI ĐOẠN 2</a:t>
              </a:r>
              <a:endParaRPr lang="en-US" sz="1200" dirty="0">
                <a:solidFill>
                  <a:schemeClr val="bg1"/>
                </a:solidFill>
                <a:latin typeface="+mj-lt"/>
              </a:endParaRPr>
            </a:p>
          </p:txBody>
        </p:sp>
        <p:sp>
          <p:nvSpPr>
            <p:cNvPr id="31" name="TextBox 30">
              <a:extLst>
                <a:ext uri="{FF2B5EF4-FFF2-40B4-BE49-F238E27FC236}">
                  <a16:creationId xmlns:a16="http://schemas.microsoft.com/office/drawing/2014/main" id="{DF3CBC7A-5D70-E54B-B9BC-8330C1F7437D}"/>
                </a:ext>
              </a:extLst>
            </p:cNvPr>
            <p:cNvSpPr txBox="1"/>
            <p:nvPr/>
          </p:nvSpPr>
          <p:spPr bwMode="auto">
            <a:xfrm>
              <a:off x="4583607" y="3858293"/>
              <a:ext cx="1524257" cy="276999"/>
            </a:xfrm>
            <a:prstGeom prst="rect">
              <a:avLst/>
            </a:prstGeom>
            <a:noFill/>
          </p:spPr>
          <p:txBody>
            <a:bodyPr wrap="square">
              <a:spAutoFit/>
            </a:bodyPr>
            <a:lstStyle/>
            <a:p>
              <a:pPr algn="ctr" eaLnBrk="1" fontAlgn="auto" hangingPunct="1">
                <a:spcBef>
                  <a:spcPts val="0"/>
                </a:spcBef>
                <a:spcAft>
                  <a:spcPts val="0"/>
                </a:spcAft>
                <a:defRPr/>
              </a:pPr>
              <a:r>
                <a:rPr lang="en-US" sz="1200" dirty="0" smtClean="0">
                  <a:solidFill>
                    <a:schemeClr val="bg1"/>
                  </a:solidFill>
                  <a:latin typeface="+mj-lt"/>
                </a:rPr>
                <a:t>GIAI ĐOẠN 3</a:t>
              </a:r>
              <a:endParaRPr lang="en-US" sz="1200" dirty="0">
                <a:solidFill>
                  <a:schemeClr val="bg1"/>
                </a:solidFill>
                <a:latin typeface="+mj-lt"/>
              </a:endParaRPr>
            </a:p>
          </p:txBody>
        </p:sp>
      </p:grpSp>
      <p:sp>
        <p:nvSpPr>
          <p:cNvPr id="3" name="Title 2"/>
          <p:cNvSpPr>
            <a:spLocks noGrp="1"/>
          </p:cNvSpPr>
          <p:nvPr>
            <p:ph type="title"/>
          </p:nvPr>
        </p:nvSpPr>
        <p:spPr>
          <a:xfrm>
            <a:off x="593724" y="465791"/>
            <a:ext cx="9505951" cy="415498"/>
          </a:xfrm>
        </p:spPr>
        <p:txBody>
          <a:bodyPr/>
          <a:lstStyle/>
          <a:p>
            <a:r>
              <a:rPr lang="en-US" dirty="0" err="1" smtClean="0"/>
              <a:t>Tổng</a:t>
            </a:r>
            <a:r>
              <a:rPr lang="en-US" dirty="0" smtClean="0"/>
              <a:t> </a:t>
            </a:r>
            <a:r>
              <a:rPr lang="en-US" dirty="0" err="1"/>
              <a:t>quan</a:t>
            </a:r>
            <a:r>
              <a:rPr lang="en-US" dirty="0"/>
              <a:t> 3 </a:t>
            </a:r>
            <a:r>
              <a:rPr lang="en-US" dirty="0" err="1"/>
              <a:t>Giai</a:t>
            </a:r>
            <a:r>
              <a:rPr lang="en-US" dirty="0"/>
              <a:t> </a:t>
            </a:r>
            <a:r>
              <a:rPr lang="en-US" dirty="0" err="1" smtClean="0"/>
              <a:t>đoạn</a:t>
            </a:r>
            <a:endParaRPr lang="en-SG" sz="1600" dirty="0">
              <a:solidFill>
                <a:schemeClr val="tx1"/>
              </a:solidFill>
              <a:latin typeface="+mn-lt"/>
            </a:endParaRPr>
          </a:p>
        </p:txBody>
      </p:sp>
      <p:pic>
        <p:nvPicPr>
          <p:cNvPr id="20" name="Picture 1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49768" y="2429863"/>
            <a:ext cx="608748" cy="810395"/>
          </a:xfrm>
          <a:prstGeom prst="rect">
            <a:avLst/>
          </a:prstGeom>
        </p:spPr>
      </p:pic>
      <p:pic>
        <p:nvPicPr>
          <p:cNvPr id="21" name="Picture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91125" y="2442289"/>
            <a:ext cx="711147" cy="722933"/>
          </a:xfrm>
          <a:prstGeom prst="rect">
            <a:avLst/>
          </a:prstGeom>
        </p:spPr>
      </p:pic>
      <p:pic>
        <p:nvPicPr>
          <p:cNvPr id="22" name="Picture 2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559478" y="2377267"/>
            <a:ext cx="725427" cy="852975"/>
          </a:xfrm>
          <a:prstGeom prst="rect">
            <a:avLst/>
          </a:prstGeom>
        </p:spPr>
      </p:pic>
      <p:sp>
        <p:nvSpPr>
          <p:cNvPr id="6" name="Slide Number Placeholder 5"/>
          <p:cNvSpPr>
            <a:spLocks noGrp="1"/>
          </p:cNvSpPr>
          <p:nvPr>
            <p:ph type="sldNum" sz="quarter" idx="4"/>
          </p:nvPr>
        </p:nvSpPr>
        <p:spPr/>
        <p:txBody>
          <a:bodyPr/>
          <a:lstStyle/>
          <a:p>
            <a:fld id="{A717E5C8-E58C-49DC-B2AF-053D35C72AEE}" type="slidenum">
              <a:rPr lang="en-SG" smtClean="0"/>
              <a:pPr/>
              <a:t>10</a:t>
            </a:fld>
            <a:endParaRPr lang="en-SG" dirty="0"/>
          </a:p>
        </p:txBody>
      </p:sp>
    </p:spTree>
    <p:extLst>
      <p:ext uri="{BB962C8B-B14F-4D97-AF65-F5344CB8AC3E}">
        <p14:creationId xmlns:p14="http://schemas.microsoft.com/office/powerpoint/2010/main" val="852598038"/>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304028C-8298-244B-981B-6648CAB3589E}"/>
              </a:ext>
            </a:extLst>
          </p:cNvPr>
          <p:cNvSpPr txBox="1"/>
          <p:nvPr/>
        </p:nvSpPr>
        <p:spPr>
          <a:xfrm>
            <a:off x="593725" y="577726"/>
            <a:ext cx="9331325" cy="5950347"/>
          </a:xfrm>
          <a:prstGeom prst="rect">
            <a:avLst/>
          </a:prstGeom>
          <a:noFill/>
        </p:spPr>
        <p:txBody>
          <a:bodyPr wrap="square" lIns="0" tIns="0" rIns="0" bIns="0" rtlCol="0" anchor="t">
            <a:spAutoFit/>
          </a:bodyPr>
          <a:lstStyle/>
          <a:p>
            <a:pPr defTabSz="1008126">
              <a:spcBef>
                <a:spcPts val="200"/>
              </a:spcBef>
              <a:spcAft>
                <a:spcPts val="200"/>
              </a:spcAft>
            </a:pPr>
            <a:r>
              <a:rPr lang="en-US" sz="2400" dirty="0" err="1" smtClean="0">
                <a:solidFill>
                  <a:schemeClr val="accent2"/>
                </a:solidFill>
                <a:latin typeface="Lexend Medium" pitchFamily="2" charset="0"/>
                <a:ea typeface="Garamond" charset="0"/>
                <a:cs typeface="Segoe UI Semilight" panose="020B0402040204020203" pitchFamily="34" charset="0"/>
              </a:rPr>
              <a:t>Giai</a:t>
            </a:r>
            <a:r>
              <a:rPr lang="en-US" sz="2400" dirty="0" smtClean="0">
                <a:solidFill>
                  <a:schemeClr val="accent2"/>
                </a:solidFill>
                <a:latin typeface="Lexend Medium" pitchFamily="2" charset="0"/>
                <a:ea typeface="Garamond" charset="0"/>
                <a:cs typeface="Segoe UI Semilight" panose="020B0402040204020203" pitchFamily="34" charset="0"/>
              </a:rPr>
              <a:t> </a:t>
            </a:r>
            <a:r>
              <a:rPr lang="en-US" sz="2400" dirty="0" err="1">
                <a:solidFill>
                  <a:schemeClr val="accent2"/>
                </a:solidFill>
                <a:latin typeface="Lexend Medium" pitchFamily="2" charset="0"/>
                <a:ea typeface="Garamond" charset="0"/>
                <a:cs typeface="Segoe UI Semilight" panose="020B0402040204020203" pitchFamily="34" charset="0"/>
              </a:rPr>
              <a:t>đoạn</a:t>
            </a:r>
            <a:r>
              <a:rPr lang="en-US" sz="2400" dirty="0">
                <a:solidFill>
                  <a:schemeClr val="accent2"/>
                </a:solidFill>
                <a:latin typeface="Lexend Medium" pitchFamily="2" charset="0"/>
                <a:ea typeface="Garamond" charset="0"/>
                <a:cs typeface="Segoe UI Semilight" panose="020B0402040204020203" pitchFamily="34" charset="0"/>
              </a:rPr>
              <a:t> 1 - </a:t>
            </a:r>
            <a:r>
              <a:rPr lang="en-US" sz="2400" dirty="0" err="1">
                <a:solidFill>
                  <a:schemeClr val="accent2"/>
                </a:solidFill>
                <a:latin typeface="Lexend Medium" pitchFamily="2" charset="0"/>
                <a:ea typeface="Garamond" charset="0"/>
                <a:cs typeface="Segoe UI Semilight" panose="020B0402040204020203" pitchFamily="34" charset="0"/>
              </a:rPr>
              <a:t>Kích</a:t>
            </a:r>
            <a:r>
              <a:rPr lang="en-US" sz="2400" dirty="0">
                <a:solidFill>
                  <a:schemeClr val="accent2"/>
                </a:solidFill>
                <a:latin typeface="Lexend Medium" pitchFamily="2" charset="0"/>
                <a:ea typeface="Garamond" charset="0"/>
                <a:cs typeface="Segoe UI Semilight" panose="020B0402040204020203" pitchFamily="34" charset="0"/>
              </a:rPr>
              <a:t> </a:t>
            </a:r>
            <a:r>
              <a:rPr lang="en-US" sz="2400" dirty="0" err="1">
                <a:solidFill>
                  <a:schemeClr val="accent2"/>
                </a:solidFill>
                <a:latin typeface="Lexend Medium" pitchFamily="2" charset="0"/>
                <a:ea typeface="Garamond" charset="0"/>
                <a:cs typeface="Segoe UI Semilight" panose="020B0402040204020203" pitchFamily="34" charset="0"/>
              </a:rPr>
              <a:t>hoạt</a:t>
            </a:r>
            <a:r>
              <a:rPr lang="en-US" sz="2400" dirty="0">
                <a:solidFill>
                  <a:schemeClr val="accent2"/>
                </a:solidFill>
                <a:latin typeface="Lexend Medium" pitchFamily="2" charset="0"/>
                <a:ea typeface="Garamond" charset="0"/>
                <a:cs typeface="Segoe UI Semilight" panose="020B0402040204020203" pitchFamily="34" charset="0"/>
              </a:rPr>
              <a:t> Code </a:t>
            </a:r>
            <a:r>
              <a:rPr lang="en-US" sz="2400" dirty="0" smtClean="0">
                <a:solidFill>
                  <a:schemeClr val="accent2"/>
                </a:solidFill>
                <a:latin typeface="Lexend Medium" pitchFamily="2" charset="0"/>
                <a:ea typeface="Garamond" charset="0"/>
                <a:cs typeface="Segoe UI Semilight" panose="020B0402040204020203" pitchFamily="34" charset="0"/>
              </a:rPr>
              <a:t>White:</a:t>
            </a:r>
          </a:p>
          <a:p>
            <a:pPr defTabSz="1008126">
              <a:spcBef>
                <a:spcPts val="200"/>
              </a:spcBef>
              <a:spcAft>
                <a:spcPts val="200"/>
              </a:spcAft>
            </a:pPr>
            <a:endParaRPr lang="en-US" sz="2400" dirty="0" smtClean="0">
              <a:solidFill>
                <a:schemeClr val="accent2"/>
              </a:solidFill>
              <a:latin typeface="Lexend Medium" pitchFamily="2" charset="0"/>
              <a:ea typeface="Garamond" charset="0"/>
              <a:cs typeface="Segoe UI Semilight" panose="020B0402040204020203" pitchFamily="34" charset="0"/>
            </a:endParaRPr>
          </a:p>
          <a:p>
            <a:pPr marL="342900" indent="-342900" defTabSz="1008126">
              <a:spcBef>
                <a:spcPts val="200"/>
              </a:spcBef>
              <a:spcAft>
                <a:spcPts val="200"/>
              </a:spcAft>
              <a:buFont typeface="Arial" panose="020B0604020202020204" pitchFamily="34" charset="0"/>
              <a:buChar char="•"/>
            </a:pPr>
            <a:r>
              <a:rPr lang="en-US" sz="2400" dirty="0" err="1" smtClean="0"/>
              <a:t>Sau</a:t>
            </a:r>
            <a:r>
              <a:rPr lang="en-US" sz="2400" dirty="0" smtClean="0"/>
              <a:t> </a:t>
            </a:r>
            <a:r>
              <a:rPr lang="en-US" sz="2400" dirty="0" err="1" smtClean="0"/>
              <a:t>khi</a:t>
            </a:r>
            <a:r>
              <a:rPr lang="en-US" sz="2400" dirty="0" smtClean="0"/>
              <a:t> </a:t>
            </a:r>
            <a:r>
              <a:rPr lang="en-US" sz="2400" dirty="0" err="1" smtClean="0"/>
              <a:t>nhận</a:t>
            </a:r>
            <a:r>
              <a:rPr lang="en-US" sz="2400" dirty="0" smtClean="0"/>
              <a:t> </a:t>
            </a:r>
            <a:r>
              <a:rPr lang="en-US" sz="2400" dirty="0" err="1" smtClean="0"/>
              <a:t>được</a:t>
            </a:r>
            <a:r>
              <a:rPr lang="en-US" sz="2400" dirty="0" smtClean="0"/>
              <a:t> </a:t>
            </a:r>
            <a:r>
              <a:rPr lang="en-US" sz="2400" dirty="0" err="1" smtClean="0"/>
              <a:t>sự</a:t>
            </a:r>
            <a:r>
              <a:rPr lang="en-US" sz="2400" dirty="0" smtClean="0"/>
              <a:t> </a:t>
            </a:r>
            <a:r>
              <a:rPr lang="en-US" sz="2400" dirty="0" err="1" smtClean="0"/>
              <a:t>cố</a:t>
            </a:r>
            <a:r>
              <a:rPr lang="en-US" sz="2400" dirty="0" smtClean="0"/>
              <a:t> IT </a:t>
            </a:r>
            <a:r>
              <a:rPr lang="en-US" sz="2400" dirty="0" err="1" smtClean="0"/>
              <a:t>sẽ</a:t>
            </a:r>
            <a:r>
              <a:rPr lang="en-US" sz="2400" dirty="0" smtClean="0"/>
              <a:t> </a:t>
            </a:r>
            <a:r>
              <a:rPr lang="en-US" sz="2400" dirty="0" err="1" smtClean="0"/>
              <a:t>xử</a:t>
            </a:r>
            <a:r>
              <a:rPr lang="en-US" sz="2400" dirty="0" smtClean="0"/>
              <a:t> </a:t>
            </a:r>
            <a:r>
              <a:rPr lang="en-US" sz="2400" dirty="0" err="1" smtClean="0"/>
              <a:t>lý</a:t>
            </a:r>
            <a:r>
              <a:rPr lang="en-US" sz="2400" dirty="0" smtClean="0"/>
              <a:t> </a:t>
            </a:r>
            <a:r>
              <a:rPr lang="en-US" sz="2400" dirty="0" err="1" smtClean="0"/>
              <a:t>trong</a:t>
            </a:r>
            <a:r>
              <a:rPr lang="en-US" sz="2400" dirty="0" smtClean="0"/>
              <a:t> </a:t>
            </a:r>
            <a:r>
              <a:rPr lang="en-US" sz="2400" dirty="0" err="1" smtClean="0"/>
              <a:t>vòng</a:t>
            </a:r>
            <a:r>
              <a:rPr lang="en-US" sz="2400" dirty="0" smtClean="0"/>
              <a:t> </a:t>
            </a:r>
            <a:r>
              <a:rPr lang="en-US" sz="2400" dirty="0"/>
              <a:t>6</a:t>
            </a:r>
            <a:r>
              <a:rPr lang="vi-VN" sz="2400" dirty="0" smtClean="0"/>
              <a:t>0 </a:t>
            </a:r>
            <a:r>
              <a:rPr lang="vi-VN" sz="2400" dirty="0"/>
              <a:t>phút: Nếu IT không khắc phục được sự cố trong </a:t>
            </a:r>
            <a:r>
              <a:rPr lang="en-US" sz="2400" dirty="0" smtClean="0"/>
              <a:t>6</a:t>
            </a:r>
            <a:r>
              <a:rPr lang="vi-VN" sz="2400" dirty="0" smtClean="0"/>
              <a:t>0 </a:t>
            </a:r>
            <a:r>
              <a:rPr lang="vi-VN" sz="2400" dirty="0"/>
              <a:t>phút -&gt; Xin lệnh BGĐ kích hoạt Code White </a:t>
            </a:r>
            <a:endParaRPr lang="en-US" sz="2400" dirty="0" smtClean="0"/>
          </a:p>
          <a:p>
            <a:pPr marL="342900" indent="-342900" defTabSz="1008126">
              <a:spcBef>
                <a:spcPts val="200"/>
              </a:spcBef>
              <a:spcAft>
                <a:spcPts val="200"/>
              </a:spcAft>
              <a:buFont typeface="Arial" panose="020B0604020202020204" pitchFamily="34" charset="0"/>
              <a:buChar char="•"/>
            </a:pPr>
            <a:r>
              <a:rPr lang="vi-VN" sz="2400" dirty="0" smtClean="0"/>
              <a:t>Thông </a:t>
            </a:r>
            <a:r>
              <a:rPr lang="vi-VN" sz="2400" dirty="0"/>
              <a:t>báo: Qua hệ thống loa (2 lần liên tục): "Chú ý chú ý triển khai CW" </a:t>
            </a:r>
            <a:r>
              <a:rPr lang="vi-VN" sz="2400" dirty="0" smtClean="0"/>
              <a:t>.</a:t>
            </a:r>
            <a:endParaRPr lang="en-US" sz="2400" dirty="0" smtClean="0"/>
          </a:p>
          <a:p>
            <a:pPr marL="342900" indent="-342900" defTabSz="1008126">
              <a:spcBef>
                <a:spcPts val="200"/>
              </a:spcBef>
              <a:spcAft>
                <a:spcPts val="200"/>
              </a:spcAft>
              <a:buFont typeface="Arial" panose="020B0604020202020204" pitchFamily="34" charset="0"/>
              <a:buChar char="•"/>
            </a:pPr>
            <a:r>
              <a:rPr lang="vi-VN" sz="2400" dirty="0" smtClean="0"/>
              <a:t>Điều </a:t>
            </a:r>
            <a:r>
              <a:rPr lang="vi-VN" sz="2400" dirty="0"/>
              <a:t>động nhân sự: Điều dưỡng trưởng điều động người hỗ trợ các điểm nóng: Tiếp nhận, Đo sinh hiệu, Thu phí, Dược </a:t>
            </a:r>
            <a:r>
              <a:rPr lang="vi-VN" sz="2400" dirty="0" smtClean="0"/>
              <a:t>.</a:t>
            </a:r>
            <a:endParaRPr lang="en-US" sz="2400" dirty="0" smtClean="0"/>
          </a:p>
          <a:p>
            <a:pPr marL="342900" indent="-342900" defTabSz="1008126">
              <a:spcBef>
                <a:spcPts val="200"/>
              </a:spcBef>
              <a:spcAft>
                <a:spcPts val="200"/>
              </a:spcAft>
              <a:buFont typeface="Arial" panose="020B0604020202020204" pitchFamily="34" charset="0"/>
              <a:buChar char="•"/>
            </a:pPr>
            <a:endParaRPr lang="en-US" sz="2400" dirty="0" smtClean="0"/>
          </a:p>
          <a:p>
            <a:pPr marL="342900" indent="-342900" defTabSz="1008126">
              <a:spcBef>
                <a:spcPts val="200"/>
              </a:spcBef>
              <a:spcAft>
                <a:spcPts val="200"/>
              </a:spcAft>
              <a:buFont typeface="Arial" panose="020B0604020202020204" pitchFamily="34" charset="0"/>
              <a:buChar char="•"/>
            </a:pPr>
            <a:r>
              <a:rPr lang="vi-VN" sz="2400" b="1" dirty="0" smtClean="0">
                <a:solidFill>
                  <a:srgbClr val="FF0000"/>
                </a:solidFill>
                <a:latin typeface="Lexend Light (Body)"/>
              </a:rPr>
              <a:t>ĐẶC </a:t>
            </a:r>
            <a:r>
              <a:rPr lang="vi-VN" sz="2400" b="1" dirty="0">
                <a:solidFill>
                  <a:srgbClr val="FF0000"/>
                </a:solidFill>
                <a:latin typeface="Lexend Light (Body)"/>
              </a:rPr>
              <a:t>BIỆT - Kích hoạt khẩn cấp (Trường hợp bất khả kháng</a:t>
            </a:r>
            <a:r>
              <a:rPr lang="vi-VN" sz="2400" b="1" dirty="0" smtClean="0">
                <a:solidFill>
                  <a:srgbClr val="FF0000"/>
                </a:solidFill>
                <a:latin typeface="Lexend Light (Body)"/>
              </a:rPr>
              <a:t>):</a:t>
            </a:r>
            <a:endParaRPr lang="en-US" sz="2400" b="1" dirty="0" smtClean="0">
              <a:solidFill>
                <a:srgbClr val="FF0000"/>
              </a:solidFill>
              <a:latin typeface="Lexend Light (Body)"/>
            </a:endParaRPr>
          </a:p>
          <a:p>
            <a:pPr marL="457200" indent="-457200" defTabSz="1008126">
              <a:spcBef>
                <a:spcPts val="200"/>
              </a:spcBef>
              <a:spcAft>
                <a:spcPts val="200"/>
              </a:spcAft>
              <a:buFont typeface="Arial" panose="020B0604020202020204" pitchFamily="34" charset="0"/>
              <a:buChar char="•"/>
            </a:pPr>
            <a:r>
              <a:rPr lang="vi-VN" sz="2400" dirty="0" smtClean="0"/>
              <a:t>Nếu </a:t>
            </a:r>
            <a:r>
              <a:rPr lang="vi-VN" sz="2400" dirty="0"/>
              <a:t>không liên lạc được IT/KHTH quá 3 lần (tai nạn, </a:t>
            </a:r>
            <a:r>
              <a:rPr lang="en-US" sz="2400" dirty="0" err="1" smtClean="0"/>
              <a:t>quá</a:t>
            </a:r>
            <a:r>
              <a:rPr lang="en-US" sz="2400" dirty="0" smtClean="0"/>
              <a:t> </a:t>
            </a:r>
            <a:r>
              <a:rPr lang="en-US" sz="2400" dirty="0" err="1" smtClean="0"/>
              <a:t>khuya</a:t>
            </a:r>
            <a:r>
              <a:rPr lang="en-US" sz="2400" dirty="0" smtClean="0"/>
              <a:t>,</a:t>
            </a:r>
            <a:r>
              <a:rPr lang="vi-VN" sz="2400" dirty="0" smtClean="0"/>
              <a:t>...).</a:t>
            </a:r>
            <a:endParaRPr lang="en-US" sz="2400" dirty="0" smtClean="0"/>
          </a:p>
          <a:p>
            <a:pPr marL="457200" indent="-457200" defTabSz="1008126">
              <a:spcBef>
                <a:spcPts val="200"/>
              </a:spcBef>
              <a:spcAft>
                <a:spcPts val="200"/>
              </a:spcAft>
              <a:buFont typeface="Arial" panose="020B0604020202020204" pitchFamily="34" charset="0"/>
              <a:buChar char="•"/>
            </a:pPr>
            <a:r>
              <a:rPr lang="vi-VN" sz="2400" dirty="0" smtClean="0"/>
              <a:t>Bác </a:t>
            </a:r>
            <a:r>
              <a:rPr lang="vi-VN" sz="2400" dirty="0"/>
              <a:t>sĩ trưởng tua có quyền tự kích hoạt CW tại chỗ để giải tỏa bệnh nhân </a:t>
            </a:r>
            <a:r>
              <a:rPr lang="vi-VN" sz="2400" dirty="0" smtClean="0"/>
              <a:t>.</a:t>
            </a:r>
            <a:endParaRPr lang="en-US" sz="2400" dirty="0" smtClean="0">
              <a:cs typeface="Arial"/>
            </a:endParaRPr>
          </a:p>
        </p:txBody>
      </p:sp>
      <p:sp>
        <p:nvSpPr>
          <p:cNvPr id="8" name="Slide Number Placeholder 7"/>
          <p:cNvSpPr>
            <a:spLocks noGrp="1"/>
          </p:cNvSpPr>
          <p:nvPr>
            <p:ph type="sldNum" sz="quarter" idx="4"/>
          </p:nvPr>
        </p:nvSpPr>
        <p:spPr/>
        <p:txBody>
          <a:bodyPr/>
          <a:lstStyle/>
          <a:p>
            <a:fld id="{A717E5C8-E58C-49DC-B2AF-053D35C72AEE}" type="slidenum">
              <a:rPr lang="en-SG" smtClean="0"/>
              <a:pPr/>
              <a:t>11</a:t>
            </a:fld>
            <a:endParaRPr lang="en-SG" dirty="0"/>
          </a:p>
        </p:txBody>
      </p:sp>
    </p:spTree>
    <p:extLst>
      <p:ext uri="{BB962C8B-B14F-4D97-AF65-F5344CB8AC3E}">
        <p14:creationId xmlns:p14="http://schemas.microsoft.com/office/powerpoint/2010/main" val="31972043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304028C-8298-244B-981B-6648CAB3589E}"/>
              </a:ext>
            </a:extLst>
          </p:cNvPr>
          <p:cNvSpPr txBox="1"/>
          <p:nvPr/>
        </p:nvSpPr>
        <p:spPr>
          <a:xfrm>
            <a:off x="593725" y="577726"/>
            <a:ext cx="9331325" cy="4944943"/>
          </a:xfrm>
          <a:prstGeom prst="rect">
            <a:avLst/>
          </a:prstGeom>
          <a:noFill/>
        </p:spPr>
        <p:txBody>
          <a:bodyPr wrap="square" lIns="0" tIns="0" rIns="0" bIns="0" rtlCol="0" anchor="t">
            <a:spAutoFit/>
          </a:bodyPr>
          <a:lstStyle/>
          <a:p>
            <a:pPr defTabSz="1008126">
              <a:spcBef>
                <a:spcPts val="200"/>
              </a:spcBef>
              <a:spcAft>
                <a:spcPts val="200"/>
              </a:spcAft>
            </a:pPr>
            <a:r>
              <a:rPr lang="en-US" sz="2400" dirty="0" err="1" smtClean="0">
                <a:solidFill>
                  <a:schemeClr val="accent2"/>
                </a:solidFill>
                <a:latin typeface="Lexend Medium" pitchFamily="2" charset="0"/>
                <a:ea typeface="Garamond" charset="0"/>
                <a:cs typeface="Segoe UI Semilight" panose="020B0402040204020203" pitchFamily="34" charset="0"/>
              </a:rPr>
              <a:t>Giai</a:t>
            </a:r>
            <a:r>
              <a:rPr lang="en-US" sz="2400" dirty="0" smtClean="0">
                <a:solidFill>
                  <a:schemeClr val="accent2"/>
                </a:solidFill>
                <a:latin typeface="Lexend Medium" pitchFamily="2" charset="0"/>
                <a:ea typeface="Garamond" charset="0"/>
                <a:cs typeface="Segoe UI Semilight" panose="020B0402040204020203" pitchFamily="34" charset="0"/>
              </a:rPr>
              <a:t> </a:t>
            </a:r>
            <a:r>
              <a:rPr lang="en-US" sz="2400" dirty="0" err="1" smtClean="0">
                <a:solidFill>
                  <a:schemeClr val="accent2"/>
                </a:solidFill>
                <a:latin typeface="Lexend Medium" pitchFamily="2" charset="0"/>
                <a:ea typeface="Garamond" charset="0"/>
                <a:cs typeface="Segoe UI Semilight" panose="020B0402040204020203" pitchFamily="34" charset="0"/>
              </a:rPr>
              <a:t>đoạn</a:t>
            </a:r>
            <a:r>
              <a:rPr lang="en-US" sz="2400" dirty="0" smtClean="0">
                <a:solidFill>
                  <a:schemeClr val="accent2"/>
                </a:solidFill>
                <a:latin typeface="Lexend Medium" pitchFamily="2" charset="0"/>
                <a:ea typeface="Garamond" charset="0"/>
                <a:cs typeface="Segoe UI Semilight" panose="020B0402040204020203" pitchFamily="34" charset="0"/>
              </a:rPr>
              <a:t> </a:t>
            </a:r>
            <a:r>
              <a:rPr lang="en-US" sz="2400" dirty="0">
                <a:solidFill>
                  <a:schemeClr val="accent2"/>
                </a:solidFill>
                <a:latin typeface="Lexend Medium" pitchFamily="2" charset="0"/>
                <a:ea typeface="Garamond" charset="0"/>
                <a:cs typeface="Segoe UI Semilight" panose="020B0402040204020203" pitchFamily="34" charset="0"/>
              </a:rPr>
              <a:t>2 - </a:t>
            </a:r>
            <a:r>
              <a:rPr lang="en-US" sz="2400" dirty="0" err="1">
                <a:solidFill>
                  <a:schemeClr val="accent2"/>
                </a:solidFill>
                <a:latin typeface="Lexend Medium" pitchFamily="2" charset="0"/>
                <a:ea typeface="Garamond" charset="0"/>
                <a:cs typeface="Segoe UI Semilight" panose="020B0402040204020203" pitchFamily="34" charset="0"/>
              </a:rPr>
              <a:t>Tiếp</a:t>
            </a:r>
            <a:r>
              <a:rPr lang="en-US" sz="2400" dirty="0">
                <a:solidFill>
                  <a:schemeClr val="accent2"/>
                </a:solidFill>
                <a:latin typeface="Lexend Medium" pitchFamily="2" charset="0"/>
                <a:ea typeface="Garamond" charset="0"/>
                <a:cs typeface="Segoe UI Semilight" panose="020B0402040204020203" pitchFamily="34" charset="0"/>
              </a:rPr>
              <a:t> </a:t>
            </a:r>
            <a:r>
              <a:rPr lang="en-US" sz="2400" dirty="0" err="1">
                <a:solidFill>
                  <a:schemeClr val="accent2"/>
                </a:solidFill>
                <a:latin typeface="Lexend Medium" pitchFamily="2" charset="0"/>
                <a:ea typeface="Garamond" charset="0"/>
                <a:cs typeface="Segoe UI Semilight" panose="020B0402040204020203" pitchFamily="34" charset="0"/>
              </a:rPr>
              <a:t>nhận</a:t>
            </a:r>
            <a:r>
              <a:rPr lang="en-US" sz="2400" dirty="0">
                <a:solidFill>
                  <a:schemeClr val="accent2"/>
                </a:solidFill>
                <a:latin typeface="Lexend Medium" pitchFamily="2" charset="0"/>
                <a:ea typeface="Garamond" charset="0"/>
                <a:cs typeface="Segoe UI Semilight" panose="020B0402040204020203" pitchFamily="34" charset="0"/>
              </a:rPr>
              <a:t> &amp; </a:t>
            </a:r>
            <a:r>
              <a:rPr lang="en-US" sz="2400" dirty="0" err="1">
                <a:solidFill>
                  <a:schemeClr val="accent2"/>
                </a:solidFill>
                <a:latin typeface="Lexend Medium" pitchFamily="2" charset="0"/>
                <a:ea typeface="Garamond" charset="0"/>
                <a:cs typeface="Segoe UI Semilight" panose="020B0402040204020203" pitchFamily="34" charset="0"/>
              </a:rPr>
              <a:t>Khám</a:t>
            </a:r>
            <a:r>
              <a:rPr lang="en-US" sz="2400" dirty="0">
                <a:solidFill>
                  <a:schemeClr val="accent2"/>
                </a:solidFill>
                <a:latin typeface="Lexend Medium" pitchFamily="2" charset="0"/>
                <a:ea typeface="Garamond" charset="0"/>
                <a:cs typeface="Segoe UI Semilight" panose="020B0402040204020203" pitchFamily="34" charset="0"/>
              </a:rPr>
              <a:t> </a:t>
            </a:r>
            <a:r>
              <a:rPr lang="en-US" sz="2400" dirty="0" err="1" smtClean="0">
                <a:solidFill>
                  <a:schemeClr val="accent2"/>
                </a:solidFill>
                <a:latin typeface="Lexend Medium" pitchFamily="2" charset="0"/>
                <a:ea typeface="Garamond" charset="0"/>
                <a:cs typeface="Segoe UI Semilight" panose="020B0402040204020203" pitchFamily="34" charset="0"/>
              </a:rPr>
              <a:t>bệnh</a:t>
            </a:r>
            <a:r>
              <a:rPr lang="en-US" sz="2400" dirty="0" smtClean="0">
                <a:solidFill>
                  <a:schemeClr val="accent2"/>
                </a:solidFill>
                <a:latin typeface="Lexend Medium" pitchFamily="2" charset="0"/>
                <a:ea typeface="Garamond" charset="0"/>
                <a:cs typeface="Segoe UI Semilight" panose="020B0402040204020203" pitchFamily="34" charset="0"/>
              </a:rPr>
              <a:t>:</a:t>
            </a:r>
          </a:p>
          <a:p>
            <a:pPr defTabSz="1008126">
              <a:spcBef>
                <a:spcPts val="200"/>
              </a:spcBef>
              <a:spcAft>
                <a:spcPts val="200"/>
              </a:spcAft>
            </a:pPr>
            <a:endParaRPr lang="en-US" sz="2400" dirty="0" smtClean="0">
              <a:solidFill>
                <a:schemeClr val="accent2"/>
              </a:solidFill>
              <a:latin typeface="Lexend Medium" pitchFamily="2" charset="0"/>
              <a:ea typeface="Garamond" charset="0"/>
              <a:cs typeface="Segoe UI Semilight" panose="020B0402040204020203" pitchFamily="34" charset="0"/>
            </a:endParaRPr>
          </a:p>
          <a:p>
            <a:pPr marL="342900" indent="-342900" defTabSz="1008126">
              <a:spcBef>
                <a:spcPts val="200"/>
              </a:spcBef>
              <a:spcAft>
                <a:spcPts val="200"/>
              </a:spcAft>
              <a:buFont typeface="Arial" panose="020B0604020202020204" pitchFamily="34" charset="0"/>
              <a:buChar char="•"/>
            </a:pPr>
            <a:r>
              <a:rPr lang="vi-VN" sz="2400" b="1" dirty="0" smtClean="0">
                <a:latin typeface="Lexend Light (Body)"/>
              </a:rPr>
              <a:t>Bộ </a:t>
            </a:r>
            <a:r>
              <a:rPr lang="vi-VN" sz="2400" b="1" dirty="0">
                <a:latin typeface="Lexend Light (Body)"/>
              </a:rPr>
              <a:t>phận </a:t>
            </a:r>
            <a:r>
              <a:rPr lang="en-US" sz="2400" b="1" dirty="0" smtClean="0">
                <a:latin typeface="Lexend Light (Body)"/>
              </a:rPr>
              <a:t>Thu </a:t>
            </a:r>
            <a:r>
              <a:rPr lang="en-US" sz="2400" b="1" dirty="0" err="1" smtClean="0">
                <a:latin typeface="Lexend Light (Body)"/>
              </a:rPr>
              <a:t>Phí</a:t>
            </a:r>
            <a:r>
              <a:rPr lang="en-US" sz="2400" b="1" dirty="0" smtClean="0">
                <a:latin typeface="Lexend Light (Body)"/>
              </a:rPr>
              <a:t>:</a:t>
            </a:r>
          </a:p>
          <a:p>
            <a:pPr marL="457200" indent="-457200" defTabSz="1008126">
              <a:spcBef>
                <a:spcPts val="200"/>
              </a:spcBef>
              <a:spcAft>
                <a:spcPts val="200"/>
              </a:spcAft>
              <a:buFont typeface="Wingdings" panose="05000000000000000000" pitchFamily="2" charset="2"/>
              <a:buChar char="ü"/>
            </a:pPr>
            <a:r>
              <a:rPr lang="vi-VN" sz="2400" dirty="0" smtClean="0"/>
              <a:t>Chụp </a:t>
            </a:r>
            <a:r>
              <a:rPr lang="vi-VN" sz="2400" dirty="0"/>
              <a:t>hình/Scan thẻ BHYT, CCCD lưu lại </a:t>
            </a:r>
            <a:r>
              <a:rPr lang="vi-VN" sz="2400" dirty="0" smtClean="0"/>
              <a:t>.</a:t>
            </a:r>
            <a:endParaRPr lang="en-US" sz="2400" dirty="0" smtClean="0"/>
          </a:p>
          <a:p>
            <a:pPr marL="457200" indent="-457200" defTabSz="1008126">
              <a:spcBef>
                <a:spcPts val="200"/>
              </a:spcBef>
              <a:spcAft>
                <a:spcPts val="200"/>
              </a:spcAft>
              <a:buFont typeface="Wingdings" panose="05000000000000000000" pitchFamily="2" charset="2"/>
              <a:buChar char="ü"/>
            </a:pPr>
            <a:r>
              <a:rPr lang="vi-VN" sz="2400" dirty="0" smtClean="0"/>
              <a:t>Nhập </a:t>
            </a:r>
            <a:r>
              <a:rPr lang="vi-VN" sz="2400" dirty="0"/>
              <a:t>thông tin vào file Excel: “CODE WHITE - Biểu mẫu ngoại trú” (Sheet Thông tin NB</a:t>
            </a:r>
            <a:r>
              <a:rPr lang="vi-VN" sz="2400" dirty="0" smtClean="0"/>
              <a:t>)</a:t>
            </a:r>
            <a:endParaRPr lang="en-US" sz="2400" dirty="0" smtClean="0"/>
          </a:p>
          <a:p>
            <a:pPr marL="457200" indent="-457200" defTabSz="1008126">
              <a:spcBef>
                <a:spcPts val="200"/>
              </a:spcBef>
              <a:spcAft>
                <a:spcPts val="200"/>
              </a:spcAft>
              <a:buFont typeface="Wingdings" panose="05000000000000000000" pitchFamily="2" charset="2"/>
              <a:buChar char="ü"/>
            </a:pPr>
            <a:r>
              <a:rPr lang="vi-VN" sz="2400" dirty="0" smtClean="0"/>
              <a:t>Bắt </a:t>
            </a:r>
            <a:r>
              <a:rPr lang="vi-VN" sz="2400" dirty="0"/>
              <a:t>buộc: Xin số điện thoại di động của 100% người bệnh </a:t>
            </a:r>
            <a:r>
              <a:rPr lang="vi-VN" sz="2400" dirty="0" smtClean="0"/>
              <a:t>.</a:t>
            </a:r>
            <a:endParaRPr lang="en-US" sz="2400" dirty="0" smtClean="0"/>
          </a:p>
          <a:p>
            <a:pPr marL="342900" indent="-342900" defTabSz="1008126">
              <a:spcBef>
                <a:spcPts val="200"/>
              </a:spcBef>
              <a:spcAft>
                <a:spcPts val="200"/>
              </a:spcAft>
              <a:buFont typeface="Arial" panose="020B0604020202020204" pitchFamily="34" charset="0"/>
              <a:buChar char="•"/>
            </a:pPr>
            <a:endParaRPr lang="en-US" sz="2400" dirty="0" smtClean="0"/>
          </a:p>
          <a:p>
            <a:pPr marL="342900" indent="-342900" defTabSz="1008126">
              <a:spcBef>
                <a:spcPts val="200"/>
              </a:spcBef>
              <a:spcAft>
                <a:spcPts val="200"/>
              </a:spcAft>
              <a:buFont typeface="Arial" panose="020B0604020202020204" pitchFamily="34" charset="0"/>
              <a:buChar char="•"/>
            </a:pPr>
            <a:r>
              <a:rPr lang="vi-VN" sz="2400" b="1" dirty="0" smtClean="0">
                <a:latin typeface="Lexend Light (Body)"/>
              </a:rPr>
              <a:t>Bác </a:t>
            </a:r>
            <a:r>
              <a:rPr lang="vi-VN" sz="2400" b="1" dirty="0">
                <a:latin typeface="Lexend Light (Body)"/>
              </a:rPr>
              <a:t>sĩ &amp; </a:t>
            </a:r>
            <a:r>
              <a:rPr lang="en-US" sz="2400" b="1" dirty="0" err="1" smtClean="0">
                <a:latin typeface="Lexend Light (Body)"/>
              </a:rPr>
              <a:t>Điều</a:t>
            </a:r>
            <a:r>
              <a:rPr lang="en-US" sz="2400" b="1" dirty="0" smtClean="0">
                <a:latin typeface="Lexend Light (Body)"/>
              </a:rPr>
              <a:t> </a:t>
            </a:r>
            <a:r>
              <a:rPr lang="en-US" sz="2400" b="1" dirty="0" err="1" smtClean="0">
                <a:latin typeface="Lexend Light (Body)"/>
              </a:rPr>
              <a:t>Dưỡng</a:t>
            </a:r>
            <a:r>
              <a:rPr lang="vi-VN" sz="2400" b="1" dirty="0" smtClean="0">
                <a:latin typeface="Lexend Light (Body)"/>
              </a:rPr>
              <a:t>:</a:t>
            </a:r>
            <a:endParaRPr lang="en-US" sz="2400" b="1" dirty="0" smtClean="0">
              <a:latin typeface="Lexend Light (Body)"/>
            </a:endParaRPr>
          </a:p>
          <a:p>
            <a:pPr marL="457200" indent="-457200" defTabSz="1008126">
              <a:spcBef>
                <a:spcPts val="200"/>
              </a:spcBef>
              <a:spcAft>
                <a:spcPts val="200"/>
              </a:spcAft>
              <a:buFont typeface="Wingdings" panose="05000000000000000000" pitchFamily="2" charset="2"/>
              <a:buChar char="ü"/>
            </a:pPr>
            <a:r>
              <a:rPr lang="vi-VN" sz="2400" dirty="0" smtClean="0"/>
              <a:t>Khám </a:t>
            </a:r>
            <a:r>
              <a:rPr lang="vi-VN" sz="2400" dirty="0"/>
              <a:t>và nhập chỉ định vào file Excel (Sheet Phiếu chỉ định</a:t>
            </a:r>
            <a:r>
              <a:rPr lang="vi-VN" sz="2400" dirty="0" smtClean="0"/>
              <a:t>)</a:t>
            </a:r>
            <a:endParaRPr lang="en-US" sz="2400" dirty="0" smtClean="0"/>
          </a:p>
          <a:p>
            <a:pPr marL="457200" indent="-457200" defTabSz="1008126">
              <a:spcBef>
                <a:spcPts val="200"/>
              </a:spcBef>
              <a:spcAft>
                <a:spcPts val="200"/>
              </a:spcAft>
              <a:buFont typeface="Wingdings" panose="05000000000000000000" pitchFamily="2" charset="2"/>
              <a:buChar char="ü"/>
            </a:pPr>
            <a:r>
              <a:rPr lang="vi-VN" sz="2400" dirty="0" smtClean="0"/>
              <a:t>Lưu </a:t>
            </a:r>
            <a:r>
              <a:rPr lang="vi-VN" sz="2400" dirty="0"/>
              <a:t>ý: Hạn chế chỉ định Cận lâm sàng (CLS) </a:t>
            </a:r>
            <a:endParaRPr lang="en-US" sz="2400" dirty="0" smtClean="0"/>
          </a:p>
          <a:p>
            <a:pPr marL="457200" indent="-457200" defTabSz="1008126">
              <a:spcBef>
                <a:spcPts val="200"/>
              </a:spcBef>
              <a:spcAft>
                <a:spcPts val="200"/>
              </a:spcAft>
              <a:buFont typeface="Wingdings" panose="05000000000000000000" pitchFamily="2" charset="2"/>
              <a:buChar char="ü"/>
            </a:pPr>
            <a:r>
              <a:rPr lang="vi-VN" sz="2400" dirty="0" smtClean="0"/>
              <a:t>Kê </a:t>
            </a:r>
            <a:r>
              <a:rPr lang="vi-VN" sz="2400" dirty="0"/>
              <a:t>toa thuốc trên Excel (Sheet Toa thuốc), in 03 bản .</a:t>
            </a:r>
            <a:endParaRPr lang="en-US" sz="2400" dirty="0" smtClean="0">
              <a:cs typeface="Arial"/>
            </a:endParaRPr>
          </a:p>
        </p:txBody>
      </p:sp>
      <p:sp>
        <p:nvSpPr>
          <p:cNvPr id="5" name="Slide Number Placeholder 4"/>
          <p:cNvSpPr>
            <a:spLocks noGrp="1"/>
          </p:cNvSpPr>
          <p:nvPr>
            <p:ph type="sldNum" sz="quarter" idx="4"/>
          </p:nvPr>
        </p:nvSpPr>
        <p:spPr/>
        <p:txBody>
          <a:bodyPr/>
          <a:lstStyle/>
          <a:p>
            <a:fld id="{A717E5C8-E58C-49DC-B2AF-053D35C72AEE}" type="slidenum">
              <a:rPr lang="en-SG" smtClean="0"/>
              <a:pPr/>
              <a:t>12</a:t>
            </a:fld>
            <a:endParaRPr lang="en-SG" dirty="0"/>
          </a:p>
        </p:txBody>
      </p:sp>
    </p:spTree>
    <p:extLst>
      <p:ext uri="{BB962C8B-B14F-4D97-AF65-F5344CB8AC3E}">
        <p14:creationId xmlns:p14="http://schemas.microsoft.com/office/powerpoint/2010/main" val="2384668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304028C-8298-244B-981B-6648CAB3589E}"/>
              </a:ext>
            </a:extLst>
          </p:cNvPr>
          <p:cNvSpPr txBox="1"/>
          <p:nvPr/>
        </p:nvSpPr>
        <p:spPr>
          <a:xfrm>
            <a:off x="593725" y="587251"/>
            <a:ext cx="9331325" cy="5314275"/>
          </a:xfrm>
          <a:prstGeom prst="rect">
            <a:avLst/>
          </a:prstGeom>
          <a:noFill/>
        </p:spPr>
        <p:txBody>
          <a:bodyPr wrap="square" lIns="0" tIns="0" rIns="0" bIns="0" rtlCol="0" anchor="t">
            <a:spAutoFit/>
          </a:bodyPr>
          <a:lstStyle/>
          <a:p>
            <a:pPr defTabSz="1008126">
              <a:spcBef>
                <a:spcPts val="200"/>
              </a:spcBef>
              <a:spcAft>
                <a:spcPts val="200"/>
              </a:spcAft>
            </a:pPr>
            <a:r>
              <a:rPr lang="vi-VN" sz="2400" dirty="0" smtClean="0">
                <a:solidFill>
                  <a:schemeClr val="accent2"/>
                </a:solidFill>
                <a:latin typeface="Lexend Medium" pitchFamily="2" charset="0"/>
                <a:ea typeface="Garamond" charset="0"/>
                <a:cs typeface="Segoe UI Semilight" panose="020B0402040204020203" pitchFamily="34" charset="0"/>
              </a:rPr>
              <a:t>Giai </a:t>
            </a:r>
            <a:r>
              <a:rPr lang="vi-VN" sz="2400" dirty="0">
                <a:solidFill>
                  <a:schemeClr val="accent2"/>
                </a:solidFill>
                <a:latin typeface="Lexend Medium" pitchFamily="2" charset="0"/>
                <a:ea typeface="Garamond" charset="0"/>
                <a:cs typeface="Segoe UI Semilight" panose="020B0402040204020203" pitchFamily="34" charset="0"/>
              </a:rPr>
              <a:t>đoạn 2 - Cận lâm sàng &amp; Dược &amp; Thu ngân</a:t>
            </a:r>
            <a:endParaRPr lang="en-US" sz="2400" dirty="0" smtClean="0">
              <a:solidFill>
                <a:schemeClr val="accent2"/>
              </a:solidFill>
              <a:latin typeface="Lexend Medium" pitchFamily="2" charset="0"/>
              <a:ea typeface="Garamond" charset="0"/>
              <a:cs typeface="Segoe UI Semilight" panose="020B0402040204020203" pitchFamily="34" charset="0"/>
            </a:endParaRPr>
          </a:p>
          <a:p>
            <a:pPr defTabSz="1008126">
              <a:spcBef>
                <a:spcPts val="200"/>
              </a:spcBef>
              <a:spcAft>
                <a:spcPts val="200"/>
              </a:spcAft>
            </a:pPr>
            <a:endParaRPr lang="en-US" sz="2400" dirty="0" smtClean="0">
              <a:solidFill>
                <a:schemeClr val="accent2"/>
              </a:solidFill>
              <a:latin typeface="Lexend Medium" pitchFamily="2" charset="0"/>
              <a:ea typeface="Garamond" charset="0"/>
              <a:cs typeface="Segoe UI Semilight" panose="020B0402040204020203" pitchFamily="34" charset="0"/>
            </a:endParaRPr>
          </a:p>
          <a:p>
            <a:pPr marL="342900" indent="-342900" defTabSz="1008126">
              <a:spcBef>
                <a:spcPts val="200"/>
              </a:spcBef>
              <a:spcAft>
                <a:spcPts val="200"/>
              </a:spcAft>
              <a:buFont typeface="Arial" panose="020B0604020202020204" pitchFamily="34" charset="0"/>
              <a:buChar char="•"/>
            </a:pPr>
            <a:r>
              <a:rPr lang="vi-VN" sz="2400" b="1" dirty="0" smtClean="0">
                <a:latin typeface="Lexend Light (Body)"/>
              </a:rPr>
              <a:t>Cận </a:t>
            </a:r>
            <a:r>
              <a:rPr lang="vi-VN" sz="2400" b="1" dirty="0">
                <a:latin typeface="Lexend Light (Body)"/>
              </a:rPr>
              <a:t>lâm sàng</a:t>
            </a:r>
            <a:r>
              <a:rPr lang="vi-VN" sz="2400" b="1" dirty="0" smtClean="0">
                <a:latin typeface="Lexend Light (Body)"/>
              </a:rPr>
              <a:t>:</a:t>
            </a:r>
            <a:endParaRPr lang="en-US" sz="2400" b="1" dirty="0" smtClean="0">
              <a:latin typeface="Lexend Light (Body)"/>
            </a:endParaRPr>
          </a:p>
          <a:p>
            <a:pPr marL="457200" indent="-457200" defTabSz="1008126">
              <a:spcBef>
                <a:spcPts val="200"/>
              </a:spcBef>
              <a:spcAft>
                <a:spcPts val="200"/>
              </a:spcAft>
              <a:buFont typeface="Wingdings" panose="05000000000000000000" pitchFamily="2" charset="2"/>
              <a:buChar char="ü"/>
            </a:pPr>
            <a:r>
              <a:rPr lang="vi-VN" sz="2400" dirty="0" smtClean="0"/>
              <a:t>Thực </a:t>
            </a:r>
            <a:r>
              <a:rPr lang="vi-VN" sz="2400" dirty="0"/>
              <a:t>hiện kỹ thuật và trả 02 bản kết quả giấy (1 cho NB, 1 lưu tại khoa</a:t>
            </a:r>
            <a:r>
              <a:rPr lang="vi-VN" sz="2400" dirty="0" smtClean="0"/>
              <a:t>)</a:t>
            </a:r>
            <a:endParaRPr lang="en-US" sz="2400" dirty="0" smtClean="0"/>
          </a:p>
          <a:p>
            <a:pPr marL="342900" indent="-342900" defTabSz="1008126">
              <a:spcBef>
                <a:spcPts val="200"/>
              </a:spcBef>
              <a:spcAft>
                <a:spcPts val="200"/>
              </a:spcAft>
              <a:buFont typeface="Arial" panose="020B0604020202020204" pitchFamily="34" charset="0"/>
              <a:buChar char="•"/>
            </a:pPr>
            <a:endParaRPr lang="en-US" sz="2400" dirty="0" smtClean="0"/>
          </a:p>
          <a:p>
            <a:pPr marL="342900" indent="-342900" defTabSz="1008126">
              <a:spcBef>
                <a:spcPts val="200"/>
              </a:spcBef>
              <a:spcAft>
                <a:spcPts val="200"/>
              </a:spcAft>
              <a:buFont typeface="Arial" panose="020B0604020202020204" pitchFamily="34" charset="0"/>
              <a:buChar char="•"/>
            </a:pPr>
            <a:r>
              <a:rPr lang="vi-VN" sz="2400" b="1" dirty="0" smtClean="0">
                <a:latin typeface="Lexend Light (Body)"/>
              </a:rPr>
              <a:t>Dược</a:t>
            </a:r>
            <a:r>
              <a:rPr lang="vi-VN" sz="2400" b="1" dirty="0" smtClean="0"/>
              <a:t>:</a:t>
            </a:r>
            <a:endParaRPr lang="en-US" sz="2400" b="1" dirty="0" smtClean="0"/>
          </a:p>
          <a:p>
            <a:pPr marL="457200" indent="-457200" defTabSz="1008126">
              <a:spcBef>
                <a:spcPts val="200"/>
              </a:spcBef>
              <a:spcAft>
                <a:spcPts val="200"/>
              </a:spcAft>
              <a:buFont typeface="Wingdings" panose="05000000000000000000" pitchFamily="2" charset="2"/>
              <a:buChar char="ü"/>
            </a:pPr>
            <a:r>
              <a:rPr lang="vi-VN" sz="2400" dirty="0" smtClean="0"/>
              <a:t>Kiểm </a:t>
            </a:r>
            <a:r>
              <a:rPr lang="vi-VN" sz="2400" dirty="0"/>
              <a:t>tra toa giấy/Excel, phát thuốc và giữ lại 01 bản toa </a:t>
            </a:r>
            <a:r>
              <a:rPr lang="vi-VN" sz="2400" dirty="0" smtClean="0"/>
              <a:t>thuốc</a:t>
            </a:r>
            <a:endParaRPr lang="en-US" sz="2400" dirty="0" smtClean="0"/>
          </a:p>
          <a:p>
            <a:pPr marL="342900" indent="-342900" defTabSz="1008126">
              <a:spcBef>
                <a:spcPts val="200"/>
              </a:spcBef>
              <a:spcAft>
                <a:spcPts val="200"/>
              </a:spcAft>
              <a:buFont typeface="Arial" panose="020B0604020202020204" pitchFamily="34" charset="0"/>
              <a:buChar char="•"/>
            </a:pPr>
            <a:endParaRPr lang="en-US" sz="2400" dirty="0" smtClean="0"/>
          </a:p>
          <a:p>
            <a:pPr marL="342900" indent="-342900" defTabSz="1008126">
              <a:spcBef>
                <a:spcPts val="200"/>
              </a:spcBef>
              <a:spcAft>
                <a:spcPts val="200"/>
              </a:spcAft>
              <a:buFont typeface="Arial" panose="020B0604020202020204" pitchFamily="34" charset="0"/>
              <a:buChar char="•"/>
            </a:pPr>
            <a:r>
              <a:rPr lang="vi-VN" sz="2400" b="1" dirty="0" smtClean="0">
                <a:latin typeface="Lexend Light (Body)"/>
              </a:rPr>
              <a:t>Thu </a:t>
            </a:r>
            <a:r>
              <a:rPr lang="en-US" sz="2400" b="1" dirty="0" err="1" smtClean="0">
                <a:latin typeface="Lexend Light (Body)"/>
              </a:rPr>
              <a:t>phí</a:t>
            </a:r>
            <a:r>
              <a:rPr lang="vi-VN" sz="2400" b="1" dirty="0" smtClean="0">
                <a:latin typeface="Lexend Light (Body)"/>
              </a:rPr>
              <a:t>:</a:t>
            </a:r>
            <a:endParaRPr lang="en-US" sz="2400" b="1" dirty="0" smtClean="0">
              <a:latin typeface="Lexend Light (Body)"/>
            </a:endParaRPr>
          </a:p>
          <a:p>
            <a:pPr marL="342900" indent="-342900" defTabSz="1008126">
              <a:spcBef>
                <a:spcPts val="200"/>
              </a:spcBef>
              <a:spcAft>
                <a:spcPts val="200"/>
              </a:spcAft>
              <a:buFont typeface="Wingdings" panose="05000000000000000000" pitchFamily="2" charset="2"/>
              <a:buChar char="ü"/>
            </a:pPr>
            <a:r>
              <a:rPr lang="vi-VN" sz="2400" dirty="0" smtClean="0"/>
              <a:t>Tra </a:t>
            </a:r>
            <a:r>
              <a:rPr lang="vi-VN" sz="2400" dirty="0"/>
              <a:t>cứu giá in sẵn hoặc file giá </a:t>
            </a:r>
            <a:r>
              <a:rPr lang="vi-VN" sz="2400" dirty="0" smtClean="0"/>
              <a:t>.</a:t>
            </a:r>
            <a:endParaRPr lang="en-US" sz="2400" dirty="0" smtClean="0"/>
          </a:p>
          <a:p>
            <a:pPr marL="342900" indent="-342900" defTabSz="1008126">
              <a:spcBef>
                <a:spcPts val="200"/>
              </a:spcBef>
              <a:spcAft>
                <a:spcPts val="200"/>
              </a:spcAft>
              <a:buFont typeface="Wingdings" panose="05000000000000000000" pitchFamily="2" charset="2"/>
              <a:buChar char="ü"/>
            </a:pPr>
            <a:r>
              <a:rPr lang="vi-VN" sz="2400" dirty="0" smtClean="0"/>
              <a:t>Viết </a:t>
            </a:r>
            <a:r>
              <a:rPr lang="vi-VN" sz="2400" dirty="0"/>
              <a:t>phiếu thu tay (02 bản) .</a:t>
            </a:r>
            <a:endParaRPr lang="en-US" sz="2400" dirty="0" smtClean="0">
              <a:cs typeface="Arial"/>
            </a:endParaRPr>
          </a:p>
        </p:txBody>
      </p:sp>
      <p:sp>
        <p:nvSpPr>
          <p:cNvPr id="7" name="Slide Number Placeholder 6"/>
          <p:cNvSpPr>
            <a:spLocks noGrp="1"/>
          </p:cNvSpPr>
          <p:nvPr>
            <p:ph type="sldNum" sz="quarter" idx="4"/>
          </p:nvPr>
        </p:nvSpPr>
        <p:spPr/>
        <p:txBody>
          <a:bodyPr/>
          <a:lstStyle/>
          <a:p>
            <a:fld id="{A717E5C8-E58C-49DC-B2AF-053D35C72AEE}" type="slidenum">
              <a:rPr lang="en-SG" smtClean="0"/>
              <a:pPr/>
              <a:t>13</a:t>
            </a:fld>
            <a:endParaRPr lang="en-SG" dirty="0"/>
          </a:p>
        </p:txBody>
      </p:sp>
    </p:spTree>
    <p:extLst>
      <p:ext uri="{BB962C8B-B14F-4D97-AF65-F5344CB8AC3E}">
        <p14:creationId xmlns:p14="http://schemas.microsoft.com/office/powerpoint/2010/main" val="9893520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304028C-8298-244B-981B-6648CAB3589E}"/>
              </a:ext>
            </a:extLst>
          </p:cNvPr>
          <p:cNvSpPr txBox="1"/>
          <p:nvPr/>
        </p:nvSpPr>
        <p:spPr>
          <a:xfrm>
            <a:off x="593725" y="587251"/>
            <a:ext cx="9331325" cy="6052939"/>
          </a:xfrm>
          <a:prstGeom prst="rect">
            <a:avLst/>
          </a:prstGeom>
          <a:noFill/>
        </p:spPr>
        <p:txBody>
          <a:bodyPr wrap="square" lIns="0" tIns="0" rIns="0" bIns="0" rtlCol="0" anchor="t">
            <a:spAutoFit/>
          </a:bodyPr>
          <a:lstStyle/>
          <a:p>
            <a:pPr defTabSz="1008126">
              <a:spcBef>
                <a:spcPts val="200"/>
              </a:spcBef>
              <a:spcAft>
                <a:spcPts val="200"/>
              </a:spcAft>
            </a:pPr>
            <a:r>
              <a:rPr lang="en-US" sz="2400" dirty="0" err="1" smtClean="0">
                <a:solidFill>
                  <a:schemeClr val="accent2"/>
                </a:solidFill>
                <a:latin typeface="Lexend Medium" pitchFamily="2" charset="0"/>
                <a:ea typeface="Garamond" charset="0"/>
                <a:cs typeface="Segoe UI Semilight" panose="020B0402040204020203" pitchFamily="34" charset="0"/>
              </a:rPr>
              <a:t>Giai</a:t>
            </a:r>
            <a:r>
              <a:rPr lang="en-US" sz="2400" dirty="0" smtClean="0">
                <a:solidFill>
                  <a:schemeClr val="accent2"/>
                </a:solidFill>
                <a:latin typeface="Lexend Medium" pitchFamily="2" charset="0"/>
                <a:ea typeface="Garamond" charset="0"/>
                <a:cs typeface="Segoe UI Semilight" panose="020B0402040204020203" pitchFamily="34" charset="0"/>
              </a:rPr>
              <a:t> </a:t>
            </a:r>
            <a:r>
              <a:rPr lang="en-US" sz="2400" dirty="0" err="1">
                <a:solidFill>
                  <a:schemeClr val="accent2"/>
                </a:solidFill>
                <a:latin typeface="Lexend Medium" pitchFamily="2" charset="0"/>
                <a:ea typeface="Garamond" charset="0"/>
                <a:cs typeface="Segoe UI Semilight" panose="020B0402040204020203" pitchFamily="34" charset="0"/>
              </a:rPr>
              <a:t>đoạn</a:t>
            </a:r>
            <a:r>
              <a:rPr lang="en-US" sz="2400" dirty="0">
                <a:solidFill>
                  <a:schemeClr val="accent2"/>
                </a:solidFill>
                <a:latin typeface="Lexend Medium" pitchFamily="2" charset="0"/>
                <a:ea typeface="Garamond" charset="0"/>
                <a:cs typeface="Segoe UI Semilight" panose="020B0402040204020203" pitchFamily="34" charset="0"/>
              </a:rPr>
              <a:t> 3 - Thu </a:t>
            </a:r>
            <a:r>
              <a:rPr lang="en-US" sz="2400" dirty="0" err="1">
                <a:solidFill>
                  <a:schemeClr val="accent2"/>
                </a:solidFill>
                <a:latin typeface="Lexend Medium" pitchFamily="2" charset="0"/>
                <a:ea typeface="Garamond" charset="0"/>
                <a:cs typeface="Segoe UI Semilight" panose="020B0402040204020203" pitchFamily="34" charset="0"/>
              </a:rPr>
              <a:t>hồi</a:t>
            </a:r>
            <a:r>
              <a:rPr lang="en-US" sz="2400" dirty="0">
                <a:solidFill>
                  <a:schemeClr val="accent2"/>
                </a:solidFill>
                <a:latin typeface="Lexend Medium" pitchFamily="2" charset="0"/>
                <a:ea typeface="Garamond" charset="0"/>
                <a:cs typeface="Segoe UI Semilight" panose="020B0402040204020203" pitchFamily="34" charset="0"/>
              </a:rPr>
              <a:t> &amp; </a:t>
            </a:r>
            <a:r>
              <a:rPr lang="en-US" sz="2400" dirty="0" err="1">
                <a:solidFill>
                  <a:schemeClr val="accent2"/>
                </a:solidFill>
                <a:latin typeface="Lexend Medium" pitchFamily="2" charset="0"/>
                <a:ea typeface="Garamond" charset="0"/>
                <a:cs typeface="Segoe UI Semilight" panose="020B0402040204020203" pitchFamily="34" charset="0"/>
              </a:rPr>
              <a:t>Nhập</a:t>
            </a:r>
            <a:r>
              <a:rPr lang="en-US" sz="2400" dirty="0">
                <a:solidFill>
                  <a:schemeClr val="accent2"/>
                </a:solidFill>
                <a:latin typeface="Lexend Medium" pitchFamily="2" charset="0"/>
                <a:ea typeface="Garamond" charset="0"/>
                <a:cs typeface="Segoe UI Semilight" panose="020B0402040204020203" pitchFamily="34" charset="0"/>
              </a:rPr>
              <a:t> </a:t>
            </a:r>
            <a:r>
              <a:rPr lang="en-US" sz="2400" dirty="0" err="1">
                <a:solidFill>
                  <a:schemeClr val="accent2"/>
                </a:solidFill>
                <a:latin typeface="Lexend Medium" pitchFamily="2" charset="0"/>
                <a:ea typeface="Garamond" charset="0"/>
                <a:cs typeface="Segoe UI Semilight" panose="020B0402040204020203" pitchFamily="34" charset="0"/>
              </a:rPr>
              <a:t>liệu</a:t>
            </a:r>
            <a:endParaRPr lang="en-US" sz="2400" dirty="0" smtClean="0">
              <a:solidFill>
                <a:schemeClr val="accent2"/>
              </a:solidFill>
              <a:latin typeface="Lexend Medium" pitchFamily="2" charset="0"/>
              <a:ea typeface="Garamond" charset="0"/>
              <a:cs typeface="Segoe UI Semilight" panose="020B0402040204020203" pitchFamily="34" charset="0"/>
            </a:endParaRPr>
          </a:p>
          <a:p>
            <a:pPr marL="457200" indent="-457200" defTabSz="1008126">
              <a:spcBef>
                <a:spcPts val="200"/>
              </a:spcBef>
              <a:spcAft>
                <a:spcPts val="200"/>
              </a:spcAft>
              <a:buFont typeface="Arial" panose="020B0604020202020204" pitchFamily="34" charset="0"/>
              <a:buChar char="•"/>
            </a:pPr>
            <a:r>
              <a:rPr lang="vi-VN" sz="2400" b="1" dirty="0" smtClean="0">
                <a:latin typeface="Lexend Light (Body)"/>
              </a:rPr>
              <a:t>Thông </a:t>
            </a:r>
            <a:r>
              <a:rPr lang="vi-VN" sz="2400" b="1" dirty="0">
                <a:latin typeface="Lexend Light (Body)"/>
              </a:rPr>
              <a:t>báo dừng: </a:t>
            </a:r>
            <a:endParaRPr lang="en-US" sz="2400" b="1" dirty="0" smtClean="0">
              <a:latin typeface="Lexend Light (Body)"/>
            </a:endParaRPr>
          </a:p>
          <a:p>
            <a:pPr marL="457200" indent="-457200" defTabSz="1008126">
              <a:spcBef>
                <a:spcPts val="200"/>
              </a:spcBef>
              <a:spcAft>
                <a:spcPts val="200"/>
              </a:spcAft>
              <a:buFont typeface="Wingdings" panose="05000000000000000000" pitchFamily="2" charset="2"/>
              <a:buChar char="ü"/>
            </a:pPr>
            <a:r>
              <a:rPr lang="en-US" sz="2400" dirty="0" err="1" smtClean="0"/>
              <a:t>Sau</a:t>
            </a:r>
            <a:r>
              <a:rPr lang="en-US" sz="2400" dirty="0" smtClean="0"/>
              <a:t> </a:t>
            </a:r>
            <a:r>
              <a:rPr lang="en-US" sz="2400" dirty="0" err="1" smtClean="0"/>
              <a:t>khi</a:t>
            </a:r>
            <a:r>
              <a:rPr lang="en-US" sz="2400" dirty="0" smtClean="0"/>
              <a:t> </a:t>
            </a:r>
            <a:r>
              <a:rPr lang="en-US" sz="2400" dirty="0" err="1" smtClean="0"/>
              <a:t>khắc</a:t>
            </a:r>
            <a:r>
              <a:rPr lang="en-US" sz="2400" dirty="0" smtClean="0"/>
              <a:t> </a:t>
            </a:r>
            <a:r>
              <a:rPr lang="en-US" sz="2400" dirty="0" err="1" smtClean="0"/>
              <a:t>phục</a:t>
            </a:r>
            <a:r>
              <a:rPr lang="en-US" sz="2400" dirty="0" smtClean="0"/>
              <a:t> </a:t>
            </a:r>
            <a:r>
              <a:rPr lang="en-US" sz="2400" dirty="0" err="1" smtClean="0"/>
              <a:t>lỗi</a:t>
            </a:r>
            <a:r>
              <a:rPr lang="en-US" sz="2400" dirty="0" smtClean="0"/>
              <a:t> </a:t>
            </a:r>
            <a:r>
              <a:rPr lang="vi-VN" sz="2400" dirty="0" smtClean="0"/>
              <a:t>IT </a:t>
            </a:r>
            <a:r>
              <a:rPr lang="vi-VN" sz="2400" dirty="0"/>
              <a:t>phát loa: "Chú ý chú ý đã khắc phục CW" </a:t>
            </a:r>
            <a:r>
              <a:rPr lang="vi-VN" sz="2400" dirty="0" smtClean="0"/>
              <a:t>.</a:t>
            </a:r>
            <a:endParaRPr lang="en-US" sz="2400" dirty="0" smtClean="0"/>
          </a:p>
          <a:p>
            <a:pPr marL="457200" indent="-457200" defTabSz="1008126">
              <a:spcBef>
                <a:spcPts val="200"/>
              </a:spcBef>
              <a:spcAft>
                <a:spcPts val="200"/>
              </a:spcAft>
              <a:buFont typeface="Wingdings" panose="05000000000000000000" pitchFamily="2" charset="2"/>
              <a:buChar char="ü"/>
            </a:pPr>
            <a:endParaRPr lang="en-US" sz="2400" dirty="0" smtClean="0"/>
          </a:p>
          <a:p>
            <a:pPr marL="342900" indent="-342900" defTabSz="1008126">
              <a:spcBef>
                <a:spcPts val="200"/>
              </a:spcBef>
              <a:spcAft>
                <a:spcPts val="200"/>
              </a:spcAft>
              <a:buFont typeface="Arial" panose="020B0604020202020204" pitchFamily="34" charset="0"/>
              <a:buChar char="•"/>
            </a:pPr>
            <a:r>
              <a:rPr lang="vi-VN" sz="2400" b="1" dirty="0" smtClean="0">
                <a:latin typeface="Lexend Light (Body)"/>
              </a:rPr>
              <a:t>Hậu kiểm:</a:t>
            </a:r>
            <a:endParaRPr lang="en-US" sz="2400" b="1" dirty="0" smtClean="0">
              <a:latin typeface="Lexend Light (Body)"/>
            </a:endParaRPr>
          </a:p>
          <a:p>
            <a:pPr marL="457200" indent="-457200" defTabSz="1008126">
              <a:spcBef>
                <a:spcPts val="200"/>
              </a:spcBef>
              <a:spcAft>
                <a:spcPts val="200"/>
              </a:spcAft>
              <a:buFont typeface="Wingdings" panose="05000000000000000000" pitchFamily="2" charset="2"/>
              <a:buChar char="ü"/>
            </a:pPr>
            <a:r>
              <a:rPr lang="vi-VN" sz="2400" dirty="0" smtClean="0"/>
              <a:t>Các </a:t>
            </a:r>
            <a:r>
              <a:rPr lang="vi-VN" sz="2400" dirty="0"/>
              <a:t>khoa phòng nhập lại toàn bộ dữ liệu khám chữa bệnh trong thời gian CW lên hệ thống HIS </a:t>
            </a:r>
            <a:r>
              <a:rPr lang="vi-VN" sz="2400" dirty="0" smtClean="0"/>
              <a:t>.</a:t>
            </a:r>
            <a:endParaRPr lang="en-US" sz="2400" dirty="0" smtClean="0"/>
          </a:p>
          <a:p>
            <a:pPr marL="457200" indent="-457200" defTabSz="1008126">
              <a:spcBef>
                <a:spcPts val="200"/>
              </a:spcBef>
              <a:spcAft>
                <a:spcPts val="200"/>
              </a:spcAft>
              <a:buFont typeface="Wingdings" panose="05000000000000000000" pitchFamily="2" charset="2"/>
              <a:buChar char="ü"/>
            </a:pPr>
            <a:r>
              <a:rPr lang="en-US" sz="2400" dirty="0" err="1" smtClean="0"/>
              <a:t>Thông</a:t>
            </a:r>
            <a:r>
              <a:rPr lang="en-US" sz="2400" dirty="0" smtClean="0"/>
              <a:t> </a:t>
            </a:r>
            <a:r>
              <a:rPr lang="en-US" sz="2400" dirty="0" err="1" smtClean="0"/>
              <a:t>báo</a:t>
            </a:r>
            <a:r>
              <a:rPr lang="en-US" sz="2400" dirty="0" smtClean="0"/>
              <a:t> </a:t>
            </a:r>
            <a:r>
              <a:rPr lang="en-US" sz="2400" dirty="0" err="1" smtClean="0"/>
              <a:t>lại</a:t>
            </a:r>
            <a:r>
              <a:rPr lang="en-US" sz="2400" dirty="0" smtClean="0"/>
              <a:t> </a:t>
            </a:r>
            <a:r>
              <a:rPr lang="en-US" sz="2400" dirty="0" err="1" smtClean="0"/>
              <a:t>cho</a:t>
            </a:r>
            <a:r>
              <a:rPr lang="en-US" sz="2400" dirty="0" smtClean="0"/>
              <a:t> </a:t>
            </a:r>
            <a:r>
              <a:rPr lang="en-US" sz="2400" dirty="0" err="1" smtClean="0"/>
              <a:t>bộ</a:t>
            </a:r>
            <a:r>
              <a:rPr lang="en-US" sz="2400" dirty="0" smtClean="0"/>
              <a:t> </a:t>
            </a:r>
            <a:r>
              <a:rPr lang="en-US" sz="2400" dirty="0" err="1" smtClean="0"/>
              <a:t>phận</a:t>
            </a:r>
            <a:r>
              <a:rPr lang="en-US" sz="2400" dirty="0" smtClean="0"/>
              <a:t> IT </a:t>
            </a:r>
            <a:r>
              <a:rPr lang="en-US" sz="2400" dirty="0" err="1" smtClean="0"/>
              <a:t>bằng</a:t>
            </a:r>
            <a:r>
              <a:rPr lang="en-US" sz="2400" dirty="0" smtClean="0"/>
              <a:t> chat </a:t>
            </a:r>
            <a:r>
              <a:rPr lang="en-US" sz="2400" dirty="0" err="1" smtClean="0"/>
              <a:t>hoặc</a:t>
            </a:r>
            <a:r>
              <a:rPr lang="en-US" sz="2400" dirty="0" smtClean="0"/>
              <a:t> mail </a:t>
            </a:r>
            <a:r>
              <a:rPr lang="en-US" sz="2400" dirty="0" err="1" smtClean="0"/>
              <a:t>về</a:t>
            </a:r>
            <a:r>
              <a:rPr lang="en-US" sz="2400" dirty="0" smtClean="0"/>
              <a:t> </a:t>
            </a:r>
            <a:r>
              <a:rPr lang="en-US" sz="2400" dirty="0" err="1" smtClean="0"/>
              <a:t>các</a:t>
            </a:r>
            <a:r>
              <a:rPr lang="en-US" sz="2400" dirty="0" smtClean="0"/>
              <a:t> </a:t>
            </a:r>
            <a:r>
              <a:rPr lang="en-US" sz="2400" dirty="0" err="1" smtClean="0"/>
              <a:t>thông</a:t>
            </a:r>
            <a:r>
              <a:rPr lang="en-US" sz="2400" dirty="0" smtClean="0"/>
              <a:t> tin </a:t>
            </a:r>
            <a:r>
              <a:rPr lang="en-US" sz="2400" dirty="0" err="1" smtClean="0"/>
              <a:t>sai</a:t>
            </a:r>
            <a:r>
              <a:rPr lang="en-US" sz="2400" dirty="0" smtClean="0"/>
              <a:t> (</a:t>
            </a:r>
            <a:r>
              <a:rPr lang="en-US" sz="2400" dirty="0" err="1" smtClean="0"/>
              <a:t>thời</a:t>
            </a:r>
            <a:r>
              <a:rPr lang="en-US" sz="2400" dirty="0" smtClean="0"/>
              <a:t> </a:t>
            </a:r>
            <a:r>
              <a:rPr lang="en-US" sz="2400" dirty="0" err="1" smtClean="0"/>
              <a:t>gian</a:t>
            </a:r>
            <a:r>
              <a:rPr lang="en-US" sz="2400" dirty="0" smtClean="0"/>
              <a:t> </a:t>
            </a:r>
            <a:r>
              <a:rPr lang="en-US" sz="2400" dirty="0" err="1" smtClean="0"/>
              <a:t>tạo</a:t>
            </a:r>
            <a:r>
              <a:rPr lang="en-US" sz="2400" dirty="0" smtClean="0"/>
              <a:t>, </a:t>
            </a:r>
            <a:r>
              <a:rPr lang="en-US" sz="2400" dirty="0" err="1" smtClean="0"/>
              <a:t>thời</a:t>
            </a:r>
            <a:r>
              <a:rPr lang="en-US" sz="2400" dirty="0" smtClean="0"/>
              <a:t> </a:t>
            </a:r>
            <a:r>
              <a:rPr lang="en-US" sz="2400" dirty="0" err="1" smtClean="0"/>
              <a:t>gian</a:t>
            </a:r>
            <a:r>
              <a:rPr lang="en-US" sz="2400" dirty="0" smtClean="0"/>
              <a:t> </a:t>
            </a:r>
            <a:r>
              <a:rPr lang="en-US" sz="2400" dirty="0" err="1" smtClean="0"/>
              <a:t>vào</a:t>
            </a:r>
            <a:r>
              <a:rPr lang="en-US" sz="2400" dirty="0" smtClean="0"/>
              <a:t> – </a:t>
            </a:r>
            <a:r>
              <a:rPr lang="en-US" sz="2400" dirty="0" err="1" smtClean="0"/>
              <a:t>ra</a:t>
            </a:r>
            <a:r>
              <a:rPr lang="en-US" sz="2400" dirty="0" smtClean="0"/>
              <a:t> </a:t>
            </a:r>
            <a:r>
              <a:rPr lang="en-US" sz="2400" dirty="0" err="1" smtClean="0"/>
              <a:t>viện</a:t>
            </a:r>
            <a:r>
              <a:rPr lang="en-US" sz="2400" dirty="0" smtClean="0"/>
              <a:t>,…) </a:t>
            </a:r>
            <a:r>
              <a:rPr lang="en-US" sz="2400" dirty="0" err="1" smtClean="0"/>
              <a:t>để</a:t>
            </a:r>
            <a:r>
              <a:rPr lang="en-US" sz="2400" dirty="0" smtClean="0"/>
              <a:t> </a:t>
            </a:r>
            <a:r>
              <a:rPr lang="en-US" sz="2400" dirty="0" err="1" smtClean="0"/>
              <a:t>bộ</a:t>
            </a:r>
            <a:r>
              <a:rPr lang="en-US" sz="2400" dirty="0" smtClean="0"/>
              <a:t> </a:t>
            </a:r>
            <a:r>
              <a:rPr lang="en-US" sz="2400" dirty="0" err="1" smtClean="0"/>
              <a:t>phận</a:t>
            </a:r>
            <a:r>
              <a:rPr lang="en-US" sz="2400" dirty="0" smtClean="0"/>
              <a:t> IT </a:t>
            </a:r>
            <a:r>
              <a:rPr lang="en-US" sz="2400" dirty="0" err="1" smtClean="0"/>
              <a:t>cập</a:t>
            </a:r>
            <a:r>
              <a:rPr lang="en-US" sz="2400" dirty="0" smtClean="0"/>
              <a:t> </a:t>
            </a:r>
            <a:r>
              <a:rPr lang="en-US" sz="2400" dirty="0" err="1" smtClean="0"/>
              <a:t>nhật</a:t>
            </a:r>
            <a:r>
              <a:rPr lang="en-US" sz="2400" dirty="0" smtClean="0"/>
              <a:t> </a:t>
            </a:r>
          </a:p>
          <a:p>
            <a:pPr marL="457200" indent="-457200" defTabSz="1008126">
              <a:spcBef>
                <a:spcPts val="200"/>
              </a:spcBef>
              <a:spcAft>
                <a:spcPts val="200"/>
              </a:spcAft>
              <a:buFont typeface="Wingdings" panose="05000000000000000000" pitchFamily="2" charset="2"/>
              <a:buChar char="ü"/>
            </a:pPr>
            <a:endParaRPr lang="en-US" sz="2400" dirty="0" smtClean="0"/>
          </a:p>
          <a:p>
            <a:pPr marL="342900" indent="-342900" defTabSz="1008126">
              <a:spcBef>
                <a:spcPts val="200"/>
              </a:spcBef>
              <a:spcAft>
                <a:spcPts val="200"/>
              </a:spcAft>
              <a:buFont typeface="Arial" panose="020B0604020202020204" pitchFamily="34" charset="0"/>
              <a:buChar char="•"/>
            </a:pPr>
            <a:r>
              <a:rPr lang="vi-VN" sz="2400" b="1" dirty="0" smtClean="0">
                <a:latin typeface="Lexend Light (Body)"/>
              </a:rPr>
              <a:t>Tài </a:t>
            </a:r>
            <a:r>
              <a:rPr lang="vi-VN" sz="2400" b="1" dirty="0">
                <a:latin typeface="Lexend Light (Body)"/>
              </a:rPr>
              <a:t>chính</a:t>
            </a:r>
            <a:r>
              <a:rPr lang="vi-VN" sz="2400" b="1" dirty="0" smtClean="0">
                <a:latin typeface="Lexend Light (Body)"/>
              </a:rPr>
              <a:t>:</a:t>
            </a:r>
            <a:endParaRPr lang="en-US" sz="2400" b="1" dirty="0" smtClean="0">
              <a:latin typeface="Lexend Light (Body)"/>
            </a:endParaRPr>
          </a:p>
          <a:p>
            <a:pPr marL="457200" indent="-457200" defTabSz="1008126">
              <a:spcBef>
                <a:spcPts val="200"/>
              </a:spcBef>
              <a:spcAft>
                <a:spcPts val="200"/>
              </a:spcAft>
              <a:buFont typeface="Wingdings" panose="05000000000000000000" pitchFamily="2" charset="2"/>
              <a:buChar char="ü"/>
            </a:pPr>
            <a:r>
              <a:rPr lang="vi-VN" sz="2400" dirty="0" smtClean="0"/>
              <a:t>Thu </a:t>
            </a:r>
            <a:r>
              <a:rPr lang="vi-VN" sz="2400" dirty="0"/>
              <a:t>ngân duyệt chi phí và in bảng kê BHYT </a:t>
            </a:r>
            <a:r>
              <a:rPr lang="vi-VN" sz="2400" dirty="0" smtClean="0"/>
              <a:t>.</a:t>
            </a:r>
            <a:endParaRPr lang="en-US" sz="2400" dirty="0" smtClean="0"/>
          </a:p>
          <a:p>
            <a:pPr marL="457200" indent="-457200" defTabSz="1008126">
              <a:spcBef>
                <a:spcPts val="200"/>
              </a:spcBef>
              <a:spcAft>
                <a:spcPts val="200"/>
              </a:spcAft>
              <a:buFont typeface="Wingdings" panose="05000000000000000000" pitchFamily="2" charset="2"/>
              <a:buChar char="ü"/>
            </a:pPr>
            <a:r>
              <a:rPr lang="vi-VN" sz="2400" dirty="0" smtClean="0"/>
              <a:t>Tổng </a:t>
            </a:r>
            <a:r>
              <a:rPr lang="vi-VN" sz="2400" dirty="0"/>
              <a:t>hợp thiệt hại tài chính trình </a:t>
            </a:r>
            <a:r>
              <a:rPr lang="vi-VN" sz="2400" dirty="0" smtClean="0"/>
              <a:t>BGĐ</a:t>
            </a:r>
            <a:endParaRPr lang="en-US" sz="2400" dirty="0" smtClean="0">
              <a:cs typeface="Arial"/>
            </a:endParaRPr>
          </a:p>
        </p:txBody>
      </p:sp>
      <p:sp>
        <p:nvSpPr>
          <p:cNvPr id="7" name="Slide Number Placeholder 6"/>
          <p:cNvSpPr>
            <a:spLocks noGrp="1"/>
          </p:cNvSpPr>
          <p:nvPr>
            <p:ph type="sldNum" sz="quarter" idx="4"/>
          </p:nvPr>
        </p:nvSpPr>
        <p:spPr/>
        <p:txBody>
          <a:bodyPr/>
          <a:lstStyle/>
          <a:p>
            <a:fld id="{A717E5C8-E58C-49DC-B2AF-053D35C72AEE}" type="slidenum">
              <a:rPr lang="en-SG" smtClean="0"/>
              <a:pPr/>
              <a:t>14</a:t>
            </a:fld>
            <a:endParaRPr lang="en-SG" dirty="0"/>
          </a:p>
        </p:txBody>
      </p:sp>
    </p:spTree>
    <p:extLst>
      <p:ext uri="{BB962C8B-B14F-4D97-AF65-F5344CB8AC3E}">
        <p14:creationId xmlns:p14="http://schemas.microsoft.com/office/powerpoint/2010/main" val="433462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LƯU Ý</a:t>
            </a:r>
            <a:endParaRPr lang="en-SG" dirty="0"/>
          </a:p>
        </p:txBody>
      </p:sp>
    </p:spTree>
    <p:extLst>
      <p:ext uri="{BB962C8B-B14F-4D97-AF65-F5344CB8AC3E}">
        <p14:creationId xmlns:p14="http://schemas.microsoft.com/office/powerpoint/2010/main" val="18394739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304028C-8298-244B-981B-6648CAB3589E}"/>
              </a:ext>
            </a:extLst>
          </p:cNvPr>
          <p:cNvSpPr txBox="1"/>
          <p:nvPr/>
        </p:nvSpPr>
        <p:spPr>
          <a:xfrm>
            <a:off x="831850" y="529793"/>
            <a:ext cx="9331325" cy="6791603"/>
          </a:xfrm>
          <a:prstGeom prst="rect">
            <a:avLst/>
          </a:prstGeom>
          <a:noFill/>
        </p:spPr>
        <p:txBody>
          <a:bodyPr wrap="square" lIns="0" tIns="0" rIns="0" bIns="0" rtlCol="0" anchor="t">
            <a:spAutoFit/>
          </a:bodyPr>
          <a:lstStyle/>
          <a:p>
            <a:pPr marL="457200" indent="-457200" defTabSz="1008126">
              <a:spcBef>
                <a:spcPts val="200"/>
              </a:spcBef>
              <a:spcAft>
                <a:spcPts val="200"/>
              </a:spcAft>
              <a:buFont typeface="Arial" panose="020B0604020202020204" pitchFamily="34" charset="0"/>
              <a:buChar char="•"/>
            </a:pPr>
            <a:r>
              <a:rPr lang="vi-VN" sz="2400" dirty="0" smtClean="0"/>
              <a:t>An </a:t>
            </a:r>
            <a:r>
              <a:rPr lang="vi-VN" sz="2400" dirty="0"/>
              <a:t>toàn thuốc</a:t>
            </a:r>
            <a:r>
              <a:rPr lang="vi-VN" sz="2400" dirty="0" smtClean="0"/>
              <a:t>:</a:t>
            </a:r>
            <a:endParaRPr lang="en-US" sz="2400" dirty="0" smtClean="0"/>
          </a:p>
          <a:p>
            <a:pPr marL="342900" indent="-342900" defTabSz="1008126">
              <a:spcBef>
                <a:spcPts val="200"/>
              </a:spcBef>
              <a:spcAft>
                <a:spcPts val="200"/>
              </a:spcAft>
              <a:buFont typeface="Wingdings" panose="05000000000000000000" pitchFamily="2" charset="2"/>
              <a:buChar char="ü"/>
            </a:pPr>
            <a:r>
              <a:rPr lang="vi-VN" sz="2400" dirty="0" smtClean="0"/>
              <a:t>Bác sĩ </a:t>
            </a:r>
            <a:r>
              <a:rPr lang="vi-VN" sz="2400" dirty="0"/>
              <a:t>khai thác kỹ tiền sử thuốc của NB để tránh tương tác/trùng lặp (do không có cảnh báo từ máy) </a:t>
            </a:r>
            <a:r>
              <a:rPr lang="vi-VN" sz="2400" dirty="0" smtClean="0"/>
              <a:t>.</a:t>
            </a:r>
            <a:endParaRPr lang="en-US" sz="2400" dirty="0" smtClean="0"/>
          </a:p>
          <a:p>
            <a:pPr marL="457200" indent="-457200" defTabSz="1008126">
              <a:spcBef>
                <a:spcPts val="200"/>
              </a:spcBef>
              <a:spcAft>
                <a:spcPts val="200"/>
              </a:spcAft>
              <a:buFont typeface="Arial" panose="020B0604020202020204" pitchFamily="34" charset="0"/>
              <a:buChar char="•"/>
            </a:pPr>
            <a:endParaRPr lang="en-US" sz="2400" dirty="0" smtClean="0"/>
          </a:p>
          <a:p>
            <a:pPr marL="457200" indent="-457200" defTabSz="1008126">
              <a:spcBef>
                <a:spcPts val="200"/>
              </a:spcBef>
              <a:spcAft>
                <a:spcPts val="200"/>
              </a:spcAft>
              <a:buFont typeface="Arial" panose="020B0604020202020204" pitchFamily="34" charset="0"/>
              <a:buChar char="•"/>
            </a:pPr>
            <a:r>
              <a:rPr lang="vi-VN" sz="2400" dirty="0" smtClean="0"/>
              <a:t>Trách </a:t>
            </a:r>
            <a:r>
              <a:rPr lang="vi-VN" sz="2400" dirty="0"/>
              <a:t>nhiệm tài chính</a:t>
            </a:r>
            <a:r>
              <a:rPr lang="vi-VN" sz="2400" dirty="0" smtClean="0"/>
              <a:t>:</a:t>
            </a:r>
            <a:endParaRPr lang="en-US" sz="2400" dirty="0" smtClean="0"/>
          </a:p>
          <a:p>
            <a:pPr marL="457200" indent="-457200" defTabSz="1008126">
              <a:spcBef>
                <a:spcPts val="200"/>
              </a:spcBef>
              <a:spcAft>
                <a:spcPts val="200"/>
              </a:spcAft>
              <a:buFont typeface="Wingdings" panose="05000000000000000000" pitchFamily="2" charset="2"/>
              <a:buChar char="ü"/>
            </a:pPr>
            <a:r>
              <a:rPr lang="vi-VN" sz="2400" dirty="0" smtClean="0"/>
              <a:t>Bệnh </a:t>
            </a:r>
            <a:r>
              <a:rPr lang="vi-VN" sz="2400" dirty="0"/>
              <a:t>viện chịu trách nhiệm chi trả các thất thoát do sai sót về giá, thuốc, hồ sơ trong thời gian CW </a:t>
            </a:r>
            <a:r>
              <a:rPr lang="vi-VN" sz="2400" dirty="0" smtClean="0"/>
              <a:t>.</a:t>
            </a:r>
            <a:endParaRPr lang="en-US" sz="2400" dirty="0" smtClean="0"/>
          </a:p>
          <a:p>
            <a:pPr marL="457200" indent="-457200" defTabSz="1008126">
              <a:spcBef>
                <a:spcPts val="200"/>
              </a:spcBef>
              <a:spcAft>
                <a:spcPts val="200"/>
              </a:spcAft>
              <a:buFont typeface="Wingdings" panose="05000000000000000000" pitchFamily="2" charset="2"/>
              <a:buChar char="ü"/>
            </a:pPr>
            <a:r>
              <a:rPr lang="vi-VN" sz="2400" dirty="0" smtClean="0"/>
              <a:t>NB </a:t>
            </a:r>
            <a:r>
              <a:rPr lang="vi-VN" sz="2400" dirty="0"/>
              <a:t>không mang toa cũ dẫn đến kê trùng -&gt; Bệnh viện chi trả nếu bị xuất </a:t>
            </a:r>
            <a:r>
              <a:rPr lang="vi-VN" sz="2400" dirty="0" smtClean="0"/>
              <a:t>toán</a:t>
            </a:r>
            <a:endParaRPr lang="en-US" sz="2400" dirty="0" smtClean="0"/>
          </a:p>
          <a:p>
            <a:pPr marL="457200" indent="-457200" defTabSz="1008126">
              <a:spcBef>
                <a:spcPts val="200"/>
              </a:spcBef>
              <a:spcAft>
                <a:spcPts val="200"/>
              </a:spcAft>
              <a:buFont typeface="Wingdings" panose="05000000000000000000" pitchFamily="2" charset="2"/>
              <a:buChar char="ü"/>
            </a:pPr>
            <a:endParaRPr lang="en-US" sz="2400" dirty="0" smtClean="0"/>
          </a:p>
          <a:p>
            <a:pPr marL="342900" indent="-342900" defTabSz="1008126">
              <a:spcBef>
                <a:spcPts val="200"/>
              </a:spcBef>
              <a:spcAft>
                <a:spcPts val="200"/>
              </a:spcAft>
              <a:buFont typeface="Arial" panose="020B0604020202020204" pitchFamily="34" charset="0"/>
              <a:buChar char="•"/>
            </a:pPr>
            <a:r>
              <a:rPr lang="en-US" sz="2400" dirty="0" err="1" smtClean="0"/>
              <a:t>Thông</a:t>
            </a:r>
            <a:r>
              <a:rPr lang="en-US" sz="2400" dirty="0" smtClean="0"/>
              <a:t> tin </a:t>
            </a:r>
            <a:r>
              <a:rPr lang="en-US" sz="2400" dirty="0" err="1" smtClean="0"/>
              <a:t>Dịch</a:t>
            </a:r>
            <a:r>
              <a:rPr lang="en-US" sz="2400" dirty="0" smtClean="0"/>
              <a:t> </a:t>
            </a:r>
            <a:r>
              <a:rPr lang="en-US" sz="2400" dirty="0" err="1" smtClean="0"/>
              <a:t>vụ</a:t>
            </a:r>
            <a:r>
              <a:rPr lang="en-US" sz="2400" dirty="0" smtClean="0"/>
              <a:t>, </a:t>
            </a:r>
            <a:r>
              <a:rPr lang="en-US" sz="2400" dirty="0" err="1" smtClean="0"/>
              <a:t>thuốc</a:t>
            </a:r>
            <a:r>
              <a:rPr lang="en-US" sz="2400" dirty="0" smtClean="0"/>
              <a:t>:</a:t>
            </a:r>
          </a:p>
          <a:p>
            <a:pPr marL="457200" indent="-457200" defTabSz="1008126">
              <a:spcBef>
                <a:spcPts val="200"/>
              </a:spcBef>
              <a:spcAft>
                <a:spcPts val="200"/>
              </a:spcAft>
              <a:buFont typeface="Wingdings" panose="05000000000000000000" pitchFamily="2" charset="2"/>
              <a:buChar char="ü"/>
            </a:pPr>
            <a:r>
              <a:rPr lang="en-US" sz="2400" dirty="0" err="1" smtClean="0"/>
              <a:t>Bộ</a:t>
            </a:r>
            <a:r>
              <a:rPr lang="en-US" sz="2400" dirty="0" smtClean="0"/>
              <a:t> </a:t>
            </a:r>
            <a:r>
              <a:rPr lang="en-US" sz="2400" dirty="0" err="1" smtClean="0"/>
              <a:t>phận</a:t>
            </a:r>
            <a:r>
              <a:rPr lang="en-US" sz="2400" dirty="0" smtClean="0"/>
              <a:t> </a:t>
            </a:r>
            <a:r>
              <a:rPr lang="en-US" sz="2400" dirty="0" err="1" smtClean="0"/>
              <a:t>thu</a:t>
            </a:r>
            <a:r>
              <a:rPr lang="en-US" sz="2400" dirty="0" smtClean="0"/>
              <a:t> </a:t>
            </a:r>
            <a:r>
              <a:rPr lang="en-US" sz="2400" dirty="0" err="1" smtClean="0"/>
              <a:t>phí</a:t>
            </a:r>
            <a:r>
              <a:rPr lang="en-US" sz="2400" dirty="0" smtClean="0"/>
              <a:t> </a:t>
            </a:r>
            <a:r>
              <a:rPr lang="en-US" sz="2400" dirty="0" err="1" smtClean="0"/>
              <a:t>và</a:t>
            </a:r>
            <a:r>
              <a:rPr lang="en-US" sz="2400" dirty="0" smtClean="0"/>
              <a:t> </a:t>
            </a:r>
            <a:r>
              <a:rPr lang="en-US" sz="2400" dirty="0" err="1" smtClean="0"/>
              <a:t>dược</a:t>
            </a:r>
            <a:r>
              <a:rPr lang="en-US" sz="2400" dirty="0" smtClean="0"/>
              <a:t> </a:t>
            </a:r>
            <a:r>
              <a:rPr lang="en-US" sz="2400" dirty="0" err="1" smtClean="0"/>
              <a:t>thường</a:t>
            </a:r>
            <a:r>
              <a:rPr lang="en-US" sz="2400" dirty="0" smtClean="0"/>
              <a:t> </a:t>
            </a:r>
            <a:r>
              <a:rPr lang="en-US" sz="2400" dirty="0" err="1" smtClean="0"/>
              <a:t>xuyên</a:t>
            </a:r>
            <a:r>
              <a:rPr lang="en-US" sz="2400" dirty="0" smtClean="0"/>
              <a:t> in </a:t>
            </a:r>
            <a:r>
              <a:rPr lang="en-US" sz="2400" dirty="0" err="1" smtClean="0"/>
              <a:t>ra</a:t>
            </a:r>
            <a:r>
              <a:rPr lang="en-US" sz="2400" dirty="0" smtClean="0"/>
              <a:t> file </a:t>
            </a:r>
            <a:r>
              <a:rPr lang="en-US" sz="2400" dirty="0" err="1" smtClean="0"/>
              <a:t>các</a:t>
            </a:r>
            <a:r>
              <a:rPr lang="en-US" sz="2400" dirty="0" smtClean="0"/>
              <a:t> </a:t>
            </a:r>
            <a:r>
              <a:rPr lang="en-US" sz="2400" dirty="0" err="1" smtClean="0"/>
              <a:t>thông</a:t>
            </a:r>
            <a:r>
              <a:rPr lang="en-US" sz="2400" dirty="0" smtClean="0"/>
              <a:t> tin </a:t>
            </a:r>
            <a:r>
              <a:rPr lang="en-US" sz="2400" dirty="0" err="1" smtClean="0"/>
              <a:t>dịch</a:t>
            </a:r>
            <a:r>
              <a:rPr lang="en-US" sz="2400" dirty="0" smtClean="0"/>
              <a:t> </a:t>
            </a:r>
            <a:r>
              <a:rPr lang="en-US" sz="2400" dirty="0" err="1" smtClean="0"/>
              <a:t>vụ</a:t>
            </a:r>
            <a:r>
              <a:rPr lang="en-US" sz="2400" dirty="0" smtClean="0"/>
              <a:t>, </a:t>
            </a:r>
            <a:r>
              <a:rPr lang="en-US" sz="2400" dirty="0" err="1" smtClean="0"/>
              <a:t>thuốc</a:t>
            </a:r>
            <a:r>
              <a:rPr lang="en-US" sz="2400" dirty="0" smtClean="0"/>
              <a:t> </a:t>
            </a:r>
            <a:r>
              <a:rPr lang="en-US" sz="2400" dirty="0" err="1" smtClean="0"/>
              <a:t>định</a:t>
            </a:r>
            <a:r>
              <a:rPr lang="en-US" sz="2400" dirty="0" smtClean="0"/>
              <a:t> </a:t>
            </a:r>
            <a:r>
              <a:rPr lang="en-US" sz="2400" dirty="0" err="1" smtClean="0"/>
              <a:t>kỳ</a:t>
            </a:r>
            <a:r>
              <a:rPr lang="en-US" sz="2400" dirty="0" smtClean="0"/>
              <a:t> </a:t>
            </a:r>
            <a:r>
              <a:rPr lang="en-US" sz="2400" dirty="0" err="1" smtClean="0"/>
              <a:t>hoặc</a:t>
            </a:r>
            <a:r>
              <a:rPr lang="en-US" sz="2400" dirty="0" smtClean="0"/>
              <a:t> </a:t>
            </a:r>
            <a:r>
              <a:rPr lang="en-US" sz="2400" dirty="0" err="1" smtClean="0"/>
              <a:t>khi</a:t>
            </a:r>
            <a:r>
              <a:rPr lang="en-US" sz="2400" dirty="0" smtClean="0"/>
              <a:t> </a:t>
            </a:r>
            <a:r>
              <a:rPr lang="en-US" sz="2400" dirty="0" err="1" smtClean="0"/>
              <a:t>có</a:t>
            </a:r>
            <a:r>
              <a:rPr lang="en-US" sz="2400" dirty="0" smtClean="0"/>
              <a:t> </a:t>
            </a:r>
            <a:r>
              <a:rPr lang="en-US" sz="2400" dirty="0" err="1" smtClean="0"/>
              <a:t>thay</a:t>
            </a:r>
            <a:r>
              <a:rPr lang="en-US" sz="2400" dirty="0" smtClean="0"/>
              <a:t> </a:t>
            </a:r>
            <a:r>
              <a:rPr lang="en-US" sz="2400" dirty="0" err="1" smtClean="0"/>
              <a:t>đổi</a:t>
            </a:r>
            <a:r>
              <a:rPr lang="en-US" sz="2400" dirty="0" smtClean="0"/>
              <a:t> </a:t>
            </a:r>
            <a:r>
              <a:rPr lang="en-US" sz="2400" dirty="0" err="1" smtClean="0"/>
              <a:t>để</a:t>
            </a:r>
            <a:r>
              <a:rPr lang="en-US" sz="2400" dirty="0" smtClean="0"/>
              <a:t> </a:t>
            </a:r>
            <a:r>
              <a:rPr lang="en-US" sz="2400" dirty="0" err="1" smtClean="0"/>
              <a:t>áp</a:t>
            </a:r>
            <a:r>
              <a:rPr lang="en-US" sz="2400" dirty="0" smtClean="0"/>
              <a:t> </a:t>
            </a:r>
            <a:r>
              <a:rPr lang="en-US" sz="2400" dirty="0" err="1" smtClean="0"/>
              <a:t>dụng</a:t>
            </a:r>
            <a:r>
              <a:rPr lang="en-US" sz="2400" dirty="0"/>
              <a:t> </a:t>
            </a:r>
            <a:r>
              <a:rPr lang="en-US" sz="2400" dirty="0" err="1" smtClean="0"/>
              <a:t>khi</a:t>
            </a:r>
            <a:r>
              <a:rPr lang="en-US" sz="2400" dirty="0" smtClean="0"/>
              <a:t> </a:t>
            </a:r>
            <a:r>
              <a:rPr lang="en-US" sz="2400" dirty="0" err="1" smtClean="0"/>
              <a:t>triển</a:t>
            </a:r>
            <a:r>
              <a:rPr lang="en-US" sz="2400" dirty="0" smtClean="0"/>
              <a:t> </a:t>
            </a:r>
            <a:r>
              <a:rPr lang="en-US" sz="2400" dirty="0" err="1" smtClean="0"/>
              <a:t>khai</a:t>
            </a:r>
            <a:r>
              <a:rPr lang="en-US" sz="2400" dirty="0" smtClean="0"/>
              <a:t> CW </a:t>
            </a:r>
          </a:p>
          <a:p>
            <a:pPr marL="457200" indent="-457200" defTabSz="1008126">
              <a:spcBef>
                <a:spcPts val="200"/>
              </a:spcBef>
              <a:spcAft>
                <a:spcPts val="200"/>
              </a:spcAft>
              <a:buFont typeface="Wingdings" panose="05000000000000000000" pitchFamily="2" charset="2"/>
              <a:buChar char="ü"/>
            </a:pPr>
            <a:endParaRPr lang="en-US" sz="2400" dirty="0" smtClean="0"/>
          </a:p>
          <a:p>
            <a:pPr defTabSz="1008126">
              <a:spcBef>
                <a:spcPts val="200"/>
              </a:spcBef>
              <a:spcAft>
                <a:spcPts val="200"/>
              </a:spcAft>
            </a:pPr>
            <a:r>
              <a:rPr lang="en-US" sz="2400" dirty="0" err="1" smtClean="0">
                <a:solidFill>
                  <a:srgbClr val="FF0000"/>
                </a:solidFill>
                <a:cs typeface="Arial"/>
              </a:rPr>
              <a:t>Các</a:t>
            </a:r>
            <a:r>
              <a:rPr lang="en-US" sz="2400" dirty="0" smtClean="0">
                <a:solidFill>
                  <a:srgbClr val="FF0000"/>
                </a:solidFill>
                <a:cs typeface="Arial"/>
              </a:rPr>
              <a:t> file </a:t>
            </a:r>
            <a:r>
              <a:rPr lang="en-US" sz="2400" dirty="0" err="1" smtClean="0">
                <a:solidFill>
                  <a:srgbClr val="FF0000"/>
                </a:solidFill>
                <a:cs typeface="Arial"/>
              </a:rPr>
              <a:t>biểu</a:t>
            </a:r>
            <a:r>
              <a:rPr lang="en-US" sz="2400" dirty="0" smtClean="0">
                <a:solidFill>
                  <a:srgbClr val="FF0000"/>
                </a:solidFill>
                <a:cs typeface="Arial"/>
              </a:rPr>
              <a:t> </a:t>
            </a:r>
            <a:r>
              <a:rPr lang="en-US" sz="2400" dirty="0" err="1" smtClean="0">
                <a:solidFill>
                  <a:srgbClr val="FF0000"/>
                </a:solidFill>
                <a:cs typeface="Arial"/>
              </a:rPr>
              <a:t>mẫu</a:t>
            </a:r>
            <a:r>
              <a:rPr lang="en-US" sz="2400" dirty="0" smtClean="0">
                <a:solidFill>
                  <a:srgbClr val="FF0000"/>
                </a:solidFill>
                <a:cs typeface="Arial"/>
              </a:rPr>
              <a:t> </a:t>
            </a:r>
            <a:r>
              <a:rPr lang="en-US" sz="2400" dirty="0" err="1" smtClean="0">
                <a:solidFill>
                  <a:srgbClr val="FF0000"/>
                </a:solidFill>
                <a:cs typeface="Arial"/>
              </a:rPr>
              <a:t>sau</a:t>
            </a:r>
            <a:r>
              <a:rPr lang="en-US" sz="2400" dirty="0" smtClean="0">
                <a:solidFill>
                  <a:srgbClr val="FF0000"/>
                </a:solidFill>
                <a:cs typeface="Arial"/>
              </a:rPr>
              <a:t> </a:t>
            </a:r>
            <a:r>
              <a:rPr lang="en-US" sz="2400" dirty="0" err="1" smtClean="0">
                <a:solidFill>
                  <a:srgbClr val="FF0000"/>
                </a:solidFill>
                <a:cs typeface="Arial"/>
              </a:rPr>
              <a:t>buổi</a:t>
            </a:r>
            <a:r>
              <a:rPr lang="en-US" sz="2400" dirty="0" smtClean="0">
                <a:solidFill>
                  <a:srgbClr val="FF0000"/>
                </a:solidFill>
                <a:cs typeface="Arial"/>
              </a:rPr>
              <a:t> </a:t>
            </a:r>
            <a:r>
              <a:rPr lang="en-US" sz="2400" dirty="0" err="1" smtClean="0">
                <a:solidFill>
                  <a:srgbClr val="FF0000"/>
                </a:solidFill>
                <a:cs typeface="Arial"/>
              </a:rPr>
              <a:t>tập</a:t>
            </a:r>
            <a:r>
              <a:rPr lang="en-US" sz="2400" dirty="0" smtClean="0">
                <a:solidFill>
                  <a:srgbClr val="FF0000"/>
                </a:solidFill>
                <a:cs typeface="Arial"/>
              </a:rPr>
              <a:t> </a:t>
            </a:r>
            <a:r>
              <a:rPr lang="en-US" sz="2400" dirty="0" err="1" smtClean="0">
                <a:solidFill>
                  <a:srgbClr val="FF0000"/>
                </a:solidFill>
                <a:cs typeface="Arial"/>
              </a:rPr>
              <a:t>huấn</a:t>
            </a:r>
            <a:r>
              <a:rPr lang="en-US" sz="2400" dirty="0" smtClean="0">
                <a:solidFill>
                  <a:srgbClr val="FF0000"/>
                </a:solidFill>
                <a:cs typeface="Arial"/>
              </a:rPr>
              <a:t> IT </a:t>
            </a:r>
            <a:r>
              <a:rPr lang="en-US" sz="2400" dirty="0" err="1" smtClean="0">
                <a:solidFill>
                  <a:srgbClr val="FF0000"/>
                </a:solidFill>
                <a:cs typeface="Arial"/>
              </a:rPr>
              <a:t>sẽ</a:t>
            </a:r>
            <a:r>
              <a:rPr lang="en-US" sz="2400" dirty="0" smtClean="0">
                <a:solidFill>
                  <a:srgbClr val="FF0000"/>
                </a:solidFill>
                <a:cs typeface="Arial"/>
              </a:rPr>
              <a:t> </a:t>
            </a:r>
            <a:r>
              <a:rPr lang="en-US" sz="2400" dirty="0" err="1" smtClean="0">
                <a:solidFill>
                  <a:srgbClr val="FF0000"/>
                </a:solidFill>
                <a:cs typeface="Arial"/>
              </a:rPr>
              <a:t>gửi</a:t>
            </a:r>
            <a:r>
              <a:rPr lang="en-US" sz="2400" dirty="0" smtClean="0">
                <a:solidFill>
                  <a:srgbClr val="FF0000"/>
                </a:solidFill>
                <a:cs typeface="Arial"/>
              </a:rPr>
              <a:t> </a:t>
            </a:r>
            <a:r>
              <a:rPr lang="en-US" sz="2400" dirty="0" err="1" smtClean="0">
                <a:solidFill>
                  <a:srgbClr val="FF0000"/>
                </a:solidFill>
                <a:cs typeface="Arial"/>
              </a:rPr>
              <a:t>tất</a:t>
            </a:r>
            <a:r>
              <a:rPr lang="en-US" sz="2400" dirty="0" smtClean="0">
                <a:solidFill>
                  <a:srgbClr val="FF0000"/>
                </a:solidFill>
                <a:cs typeface="Arial"/>
              </a:rPr>
              <a:t> </a:t>
            </a:r>
            <a:r>
              <a:rPr lang="en-US" sz="2400" dirty="0" err="1" smtClean="0">
                <a:solidFill>
                  <a:srgbClr val="FF0000"/>
                </a:solidFill>
                <a:cs typeface="Arial"/>
              </a:rPr>
              <a:t>cả</a:t>
            </a:r>
            <a:r>
              <a:rPr lang="en-US" sz="2400" dirty="0" smtClean="0">
                <a:solidFill>
                  <a:srgbClr val="FF0000"/>
                </a:solidFill>
                <a:cs typeface="Arial"/>
              </a:rPr>
              <a:t> </a:t>
            </a:r>
            <a:r>
              <a:rPr lang="en-US" sz="2400" dirty="0" err="1" smtClean="0">
                <a:solidFill>
                  <a:srgbClr val="FF0000"/>
                </a:solidFill>
                <a:cs typeface="Arial"/>
              </a:rPr>
              <a:t>các</a:t>
            </a:r>
            <a:r>
              <a:rPr lang="en-US" sz="2400" dirty="0" smtClean="0">
                <a:solidFill>
                  <a:srgbClr val="FF0000"/>
                </a:solidFill>
                <a:cs typeface="Arial"/>
              </a:rPr>
              <a:t> </a:t>
            </a:r>
            <a:r>
              <a:rPr lang="en-US" sz="2400" dirty="0" err="1" smtClean="0">
                <a:solidFill>
                  <a:srgbClr val="FF0000"/>
                </a:solidFill>
                <a:cs typeface="Arial"/>
              </a:rPr>
              <a:t>bộ</a:t>
            </a:r>
            <a:r>
              <a:rPr lang="en-US" sz="2400" dirty="0" smtClean="0">
                <a:solidFill>
                  <a:srgbClr val="FF0000"/>
                </a:solidFill>
                <a:cs typeface="Arial"/>
              </a:rPr>
              <a:t> </a:t>
            </a:r>
            <a:r>
              <a:rPr lang="en-US" sz="2400" dirty="0" err="1" smtClean="0">
                <a:solidFill>
                  <a:srgbClr val="FF0000"/>
                </a:solidFill>
                <a:cs typeface="Arial"/>
              </a:rPr>
              <a:t>phận</a:t>
            </a:r>
            <a:r>
              <a:rPr lang="en-US" sz="2400" dirty="0" smtClean="0">
                <a:solidFill>
                  <a:srgbClr val="FF0000"/>
                </a:solidFill>
                <a:cs typeface="Arial"/>
              </a:rPr>
              <a:t> </a:t>
            </a:r>
            <a:r>
              <a:rPr lang="en-US" sz="2400" dirty="0" err="1" smtClean="0">
                <a:solidFill>
                  <a:srgbClr val="FF0000"/>
                </a:solidFill>
                <a:cs typeface="Arial"/>
              </a:rPr>
              <a:t>tham</a:t>
            </a:r>
            <a:r>
              <a:rPr lang="en-US" sz="2400" dirty="0" smtClean="0">
                <a:solidFill>
                  <a:srgbClr val="FF0000"/>
                </a:solidFill>
                <a:cs typeface="Arial"/>
              </a:rPr>
              <a:t> </a:t>
            </a:r>
            <a:r>
              <a:rPr lang="en-US" sz="2400" dirty="0" err="1" smtClean="0">
                <a:solidFill>
                  <a:srgbClr val="FF0000"/>
                </a:solidFill>
                <a:cs typeface="Arial"/>
              </a:rPr>
              <a:t>gia</a:t>
            </a:r>
            <a:endParaRPr lang="en-US" sz="2400" dirty="0">
              <a:solidFill>
                <a:srgbClr val="FF0000"/>
              </a:solidFill>
              <a:cs typeface="Arial"/>
            </a:endParaRPr>
          </a:p>
        </p:txBody>
      </p:sp>
      <p:sp>
        <p:nvSpPr>
          <p:cNvPr id="7" name="Slide Number Placeholder 6"/>
          <p:cNvSpPr>
            <a:spLocks noGrp="1"/>
          </p:cNvSpPr>
          <p:nvPr>
            <p:ph type="sldNum" sz="quarter" idx="4"/>
          </p:nvPr>
        </p:nvSpPr>
        <p:spPr/>
        <p:txBody>
          <a:bodyPr/>
          <a:lstStyle/>
          <a:p>
            <a:fld id="{A717E5C8-E58C-49DC-B2AF-053D35C72AEE}" type="slidenum">
              <a:rPr lang="en-SG" smtClean="0"/>
              <a:pPr/>
              <a:t>16</a:t>
            </a:fld>
            <a:endParaRPr lang="en-SG" dirty="0"/>
          </a:p>
        </p:txBody>
      </p:sp>
    </p:spTree>
    <p:extLst>
      <p:ext uri="{BB962C8B-B14F-4D97-AF65-F5344CB8AC3E}">
        <p14:creationId xmlns:p14="http://schemas.microsoft.com/office/powerpoint/2010/main" val="18505411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677061737"/>
      </p:ext>
    </p:extLst>
  </p:cSld>
  <p:clrMapOvr>
    <a:masterClrMapping/>
  </p:clrMapOvr>
</p:sld>
</file>

<file path=ppt/theme/theme1.xml><?xml version="1.0" encoding="utf-8"?>
<a:theme xmlns:a="http://schemas.openxmlformats.org/drawingml/2006/main" name="Office Theme">
  <a:themeElements>
    <a:clrScheme name="Hoan My">
      <a:dk1>
        <a:srgbClr val="4D4D4D"/>
      </a:dk1>
      <a:lt1>
        <a:srgbClr val="FFFFFF"/>
      </a:lt1>
      <a:dk2>
        <a:srgbClr val="0090A2"/>
      </a:dk2>
      <a:lt2>
        <a:srgbClr val="F3E9E5"/>
      </a:lt2>
      <a:accent1>
        <a:srgbClr val="A2DADD"/>
      </a:accent1>
      <a:accent2>
        <a:srgbClr val="0090A1"/>
      </a:accent2>
      <a:accent3>
        <a:srgbClr val="006991"/>
      </a:accent3>
      <a:accent4>
        <a:srgbClr val="4D4D4D"/>
      </a:accent4>
      <a:accent5>
        <a:srgbClr val="BCD4E6"/>
      </a:accent5>
      <a:accent6>
        <a:srgbClr val="E3F5E1"/>
      </a:accent6>
      <a:hlink>
        <a:srgbClr val="082567"/>
      </a:hlink>
      <a:folHlink>
        <a:srgbClr val="082567"/>
      </a:folHlink>
    </a:clrScheme>
    <a:fontScheme name="HM">
      <a:majorFont>
        <a:latin typeface="Lexend"/>
        <a:ea typeface="Arial Unicode MS"/>
        <a:cs typeface=""/>
      </a:majorFont>
      <a:minorFont>
        <a:latin typeface="Lexend Light"/>
        <a:ea typeface="Arial Unicode MS"/>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Hoan My">
      <a:dk1>
        <a:srgbClr val="4D4D4D"/>
      </a:dk1>
      <a:lt1>
        <a:srgbClr val="FFFFFF"/>
      </a:lt1>
      <a:dk2>
        <a:srgbClr val="0090A2"/>
      </a:dk2>
      <a:lt2>
        <a:srgbClr val="F3E9E5"/>
      </a:lt2>
      <a:accent1>
        <a:srgbClr val="A2DADD"/>
      </a:accent1>
      <a:accent2>
        <a:srgbClr val="0090A2"/>
      </a:accent2>
      <a:accent3>
        <a:srgbClr val="006991"/>
      </a:accent3>
      <a:accent4>
        <a:srgbClr val="4D4D4D"/>
      </a:accent4>
      <a:accent5>
        <a:srgbClr val="BCD4E6"/>
      </a:accent5>
      <a:accent6>
        <a:srgbClr val="E3F5E1"/>
      </a:accent6>
      <a:hlink>
        <a:srgbClr val="082567"/>
      </a:hlink>
      <a:folHlink>
        <a:srgbClr val="082567"/>
      </a:folHlink>
    </a:clrScheme>
    <a:fontScheme name="Hoan My">
      <a:majorFont>
        <a:latin typeface="Lexend"/>
        <a:ea typeface="Arial Unicode MS"/>
        <a:cs typeface=""/>
      </a:majorFont>
      <a:minorFont>
        <a:latin typeface="Lexend Light"/>
        <a:ea typeface="Arial Unicode MS"/>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a478919a-0f4b-49ed-b6c3-a6b439362594"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00DDA405002B55499A6364828A617793" ma:contentTypeVersion="16" ma:contentTypeDescription="Create a new document." ma:contentTypeScope="" ma:versionID="ac4d52cf1d7ead77d6dc827ed6e9de37">
  <xsd:schema xmlns:xsd="http://www.w3.org/2001/XMLSchema" xmlns:xs="http://www.w3.org/2001/XMLSchema" xmlns:p="http://schemas.microsoft.com/office/2006/metadata/properties" xmlns:ns3="a478919a-0f4b-49ed-b6c3-a6b439362594" xmlns:ns4="6dd8480c-f6c7-4dc9-94ae-ce0e8c91b169" targetNamespace="http://schemas.microsoft.com/office/2006/metadata/properties" ma:root="true" ma:fieldsID="77365cac8c31202431064e17de0615d5" ns3:_="" ns4:_="">
    <xsd:import namespace="a478919a-0f4b-49ed-b6c3-a6b439362594"/>
    <xsd:import namespace="6dd8480c-f6c7-4dc9-94ae-ce0e8c91b169"/>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GenerationTime" minOccurs="0"/>
                <xsd:element ref="ns3:MediaServiceEventHashCode" minOccurs="0"/>
                <xsd:element ref="ns3:MediaServiceOCR" minOccurs="0"/>
                <xsd:element ref="ns3:MediaServiceDateTaken" minOccurs="0"/>
                <xsd:element ref="ns3:MediaLengthInSeconds" minOccurs="0"/>
                <xsd:element ref="ns3:MediaServiceLocation" minOccurs="0"/>
                <xsd:element ref="ns3:_activity" minOccurs="0"/>
                <xsd:element ref="ns4:SharedWithUsers" minOccurs="0"/>
                <xsd:element ref="ns4:SharedWithDetails" minOccurs="0"/>
                <xsd:element ref="ns4:SharingHintHash" minOccurs="0"/>
                <xsd:element ref="ns3:MediaServiceObjectDetectorVersions" minOccurs="0"/>
                <xsd:element ref="ns3:MediaServiceSystemTag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478919a-0f4b-49ed-b6c3-a6b43936259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Location" ma:index="16" nillable="true" ma:displayName="Location" ma:indexed="true" ma:internalName="MediaServiceLocation" ma:readOnly="true">
      <xsd:simpleType>
        <xsd:restriction base="dms:Text"/>
      </xsd:simpleType>
    </xsd:element>
    <xsd:element name="_activity" ma:index="17" nillable="true" ma:displayName="_activity" ma:hidden="true" ma:internalName="_activity">
      <xsd:simpleType>
        <xsd:restriction base="dms:Note"/>
      </xsd:simple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ServiceSystemTags" ma:index="22" nillable="true" ma:displayName="MediaServiceSystemTags" ma:hidden="true" ma:internalName="MediaServiceSystemTags" ma:readOnly="true">
      <xsd:simpleType>
        <xsd:restriction base="dms:Note"/>
      </xsd:simpleType>
    </xsd:element>
    <xsd:element name="MediaServiceSearchProperties" ma:index="23"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dd8480c-f6c7-4dc9-94ae-ce0e8c91b169"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5D30F30-08EC-49DB-A5A9-A6ACF7DFCE7F}">
  <ds:schemaRefs>
    <ds:schemaRef ds:uri="http://www.w3.org/XML/1998/namespace"/>
    <ds:schemaRef ds:uri="http://schemas.microsoft.com/office/2006/documentManagement/types"/>
    <ds:schemaRef ds:uri="http://schemas.microsoft.com/office/2006/metadata/properties"/>
    <ds:schemaRef ds:uri="http://purl.org/dc/elements/1.1/"/>
    <ds:schemaRef ds:uri="6dd8480c-f6c7-4dc9-94ae-ce0e8c91b169"/>
    <ds:schemaRef ds:uri="http://purl.org/dc/terms/"/>
    <ds:schemaRef ds:uri="http://schemas.microsoft.com/office/infopath/2007/PartnerControls"/>
    <ds:schemaRef ds:uri="http://schemas.openxmlformats.org/package/2006/metadata/core-properties"/>
    <ds:schemaRef ds:uri="a478919a-0f4b-49ed-b6c3-a6b439362594"/>
    <ds:schemaRef ds:uri="http://purl.org/dc/dcmitype/"/>
  </ds:schemaRefs>
</ds:datastoreItem>
</file>

<file path=customXml/itemProps2.xml><?xml version="1.0" encoding="utf-8"?>
<ds:datastoreItem xmlns:ds="http://schemas.openxmlformats.org/officeDocument/2006/customXml" ds:itemID="{091C30B7-4560-4B93-B7ED-4B9ED924AE3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478919a-0f4b-49ed-b6c3-a6b439362594"/>
    <ds:schemaRef ds:uri="6dd8480c-f6c7-4dc9-94ae-ce0e8c91b16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D830473-77FB-447F-9C00-7A43CADEDC9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8070</TotalTime>
  <Words>953</Words>
  <Application>Microsoft Office PowerPoint</Application>
  <PresentationFormat>Custom</PresentationFormat>
  <Paragraphs>104</Paragraphs>
  <Slides>17</Slides>
  <Notes>0</Notes>
  <HiddenSlides>0</HiddenSlides>
  <MMClips>0</MMClips>
  <ScaleCrop>false</ScaleCrop>
  <HeadingPairs>
    <vt:vector size="6" baseType="variant">
      <vt:variant>
        <vt:lpstr>Fonts Used</vt:lpstr>
      </vt:variant>
      <vt:variant>
        <vt:i4>15</vt:i4>
      </vt:variant>
      <vt:variant>
        <vt:lpstr>Theme</vt:lpstr>
      </vt:variant>
      <vt:variant>
        <vt:i4>2</vt:i4>
      </vt:variant>
      <vt:variant>
        <vt:lpstr>Slide Titles</vt:lpstr>
      </vt:variant>
      <vt:variant>
        <vt:i4>17</vt:i4>
      </vt:variant>
    </vt:vector>
  </HeadingPairs>
  <TitlesOfParts>
    <vt:vector size="34" baseType="lpstr">
      <vt:lpstr>Arial</vt:lpstr>
      <vt:lpstr>Arial Unicode MS</vt:lpstr>
      <vt:lpstr>Calibri</vt:lpstr>
      <vt:lpstr>Garamond</vt:lpstr>
      <vt:lpstr>Gill Sans MT Std Light</vt:lpstr>
      <vt:lpstr>Gill Sans MT Std Medium</vt:lpstr>
      <vt:lpstr>Gill Sans Std Light</vt:lpstr>
      <vt:lpstr>Lexend</vt:lpstr>
      <vt:lpstr>Lexend Light</vt:lpstr>
      <vt:lpstr>Lexend Light (Body)</vt:lpstr>
      <vt:lpstr>Lexend Medium</vt:lpstr>
      <vt:lpstr>Segoe UI Light</vt:lpstr>
      <vt:lpstr>Segoe UI Semilight</vt:lpstr>
      <vt:lpstr>Times New Roman</vt:lpstr>
      <vt:lpstr>Wingdings</vt:lpstr>
      <vt:lpstr>Office Theme</vt:lpstr>
      <vt:lpstr>Custom Design</vt:lpstr>
      <vt:lpstr>PowerPoint Presentation</vt:lpstr>
      <vt:lpstr>PowerPoint Presentation</vt:lpstr>
      <vt:lpstr>ĐỊNH NGHĨA CODE WHITE</vt:lpstr>
      <vt:lpstr>PowerPoint Presentation</vt:lpstr>
      <vt:lpstr>BẢN CHẤT VÀ MỤC TIÊU CODE WHITE</vt:lpstr>
      <vt:lpstr>PowerPoint Presentation</vt:lpstr>
      <vt:lpstr>PowerPoint Presentation</vt:lpstr>
      <vt:lpstr>PowerPoint Presentation</vt:lpstr>
      <vt:lpstr>MÔ TẢ QUY TRÌNH CODE WHITE</vt:lpstr>
      <vt:lpstr>Tổng quan 3 Giai đoạn</vt:lpstr>
      <vt:lpstr>PowerPoint Presentation</vt:lpstr>
      <vt:lpstr>PowerPoint Presentation</vt:lpstr>
      <vt:lpstr>PowerPoint Presentation</vt:lpstr>
      <vt:lpstr>PowerPoint Presentation</vt:lpstr>
      <vt:lpstr>LƯU Ý</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thanhtruong2349@gmail.com</dc:creator>
  <cp:lastModifiedBy>Le Nguyen Trieu Vuong</cp:lastModifiedBy>
  <cp:revision>464</cp:revision>
  <dcterms:created xsi:type="dcterms:W3CDTF">2021-11-29T02:44:34Z</dcterms:created>
  <dcterms:modified xsi:type="dcterms:W3CDTF">2026-02-11T08:40:38Z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0x01010000DDA405002B55499A6364828A617793</vt:lpwstr>
  </property>
</Properties>
</file>